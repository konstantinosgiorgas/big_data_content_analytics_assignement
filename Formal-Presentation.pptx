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Fira Sans Extra Condensed" panose="020B0604020202020204" charset="0"/>
      <p:regular r:id="rId14"/>
      <p:bold r:id="rId15"/>
      <p:italic r:id="rId16"/>
      <p:boldItalic r:id="rId17"/>
    </p:embeddedFont>
    <p:embeddedFont>
      <p:font typeface="Archivo Black" panose="020B0604020202020204" charset="0"/>
      <p:regular r:id="rId18"/>
    </p:embeddedFont>
    <p:embeddedFont>
      <p:font typeface="Fira Sans Extra Condensed Medium" panose="020B0604020202020204" charset="0"/>
      <p:regular r:id="rId19"/>
      <p:bold r:id="rId20"/>
      <p:italic r:id="rId21"/>
      <p:boldItalic r:id="rId22"/>
    </p:embeddedFont>
    <p:embeddedFont>
      <p:font typeface="Roboto Condensed Light" panose="020B0604020202020204" charset="0"/>
      <p:regular r:id="rId23"/>
      <p:bold r:id="rId24"/>
      <p:italic r:id="rId25"/>
      <p:boldItalic r:id="rId26"/>
    </p:embeddedFont>
    <p:embeddedFont>
      <p:font typeface="Barlow Condensed" panose="020B0604020202020204" charset="0"/>
      <p:regular r:id="rId27"/>
      <p:bold r:id="rId28"/>
      <p:italic r:id="rId29"/>
      <p:boldItalic r:id="rId30"/>
    </p:embeddedFont>
    <p:embeddedFont>
      <p:font typeface="Roboto Condensed" panose="020B0604020202020204" charset="0"/>
      <p:regular r:id="rId31"/>
      <p:bold r:id="rId32"/>
      <p:italic r:id="rId33"/>
      <p:boldItalic r:id="rId34"/>
    </p:embeddedFont>
    <p:embeddedFont>
      <p:font typeface="Roboto Light" pitchFamily="2" charset="0"/>
      <p:regular r:id="rId35"/>
      <p:bold r:id="rId36"/>
      <p:italic r:id="rId37"/>
      <p:boldItalic r:id="rId38"/>
    </p:embeddedFont>
    <p:embeddedFont>
      <p:font typeface="Calibri" panose="020F050202020403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openxmlformats.org/officeDocument/2006/relationships/font" Target="fonts/font26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42" Type="http://schemas.openxmlformats.org/officeDocument/2006/relationships/font" Target="fonts/font2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openxmlformats.org/officeDocument/2006/relationships/font" Target="fonts/font25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41" Type="http://schemas.openxmlformats.org/officeDocument/2006/relationships/font" Target="fonts/font2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font" Target="fonts/font24.fntdata"/><Relationship Id="rId40" Type="http://schemas.openxmlformats.org/officeDocument/2006/relationships/font" Target="fonts/font27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font" Target="fonts/font23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font" Target="fonts/font22.fntdata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609b3cc9e8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609b3cc9e8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6293ee7719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6293ee7719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6293ee7719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6293ee7719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55d2cabac8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55d2cabac8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55e1ed11e4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55e1ed11e4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609b31bea2_3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609b31bea2_3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6293ee7719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6293ee7719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6010c57dd8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6010c57dd8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6010c57dd8_2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6010c57dd8_2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6010c57dd8_2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6010c57dd8_2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 OPENING" type="title">
  <p:cSld name="TITLE"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280347" y="335825"/>
            <a:ext cx="3894900" cy="12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4400" b="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0B139E"/>
              </a:buClr>
              <a:buSzPts val="5200"/>
              <a:buNone/>
              <a:defRPr sz="5200">
                <a:solidFill>
                  <a:srgbClr val="0B139E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0B139E"/>
              </a:buClr>
              <a:buSzPts val="5200"/>
              <a:buNone/>
              <a:defRPr sz="5200">
                <a:solidFill>
                  <a:srgbClr val="0B139E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0B139E"/>
              </a:buClr>
              <a:buSzPts val="5200"/>
              <a:buNone/>
              <a:defRPr sz="5200">
                <a:solidFill>
                  <a:srgbClr val="0B139E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0B139E"/>
              </a:buClr>
              <a:buSzPts val="5200"/>
              <a:buNone/>
              <a:defRPr sz="5200">
                <a:solidFill>
                  <a:srgbClr val="0B139E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0B139E"/>
              </a:buClr>
              <a:buSzPts val="5200"/>
              <a:buNone/>
              <a:defRPr sz="5200">
                <a:solidFill>
                  <a:srgbClr val="0B139E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0B139E"/>
              </a:buClr>
              <a:buSzPts val="5200"/>
              <a:buNone/>
              <a:defRPr sz="5200">
                <a:solidFill>
                  <a:srgbClr val="0B139E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0B139E"/>
              </a:buClr>
              <a:buSzPts val="5200"/>
              <a:buNone/>
              <a:defRPr sz="5200">
                <a:solidFill>
                  <a:srgbClr val="0B139E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0B139E"/>
              </a:buClr>
              <a:buSzPts val="5200"/>
              <a:buNone/>
              <a:defRPr sz="5200">
                <a:solidFill>
                  <a:srgbClr val="0B139E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584775" y="4092525"/>
            <a:ext cx="27210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None/>
              <a:defRPr sz="11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ctrTitle"/>
          </p:nvPr>
        </p:nvSpPr>
        <p:spPr>
          <a:xfrm>
            <a:off x="2049228" y="1185825"/>
            <a:ext cx="2721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18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2061975" y="529838"/>
            <a:ext cx="146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 b="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ctrTitle" idx="3"/>
          </p:nvPr>
        </p:nvSpPr>
        <p:spPr>
          <a:xfrm>
            <a:off x="5365653" y="1185825"/>
            <a:ext cx="2419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18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4" hasCustomPrompt="1"/>
          </p:nvPr>
        </p:nvSpPr>
        <p:spPr>
          <a:xfrm>
            <a:off x="5331427" y="529838"/>
            <a:ext cx="146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 b="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ctrTitle" idx="5"/>
          </p:nvPr>
        </p:nvSpPr>
        <p:spPr>
          <a:xfrm>
            <a:off x="2049228" y="2933949"/>
            <a:ext cx="27210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18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6" hasCustomPrompt="1"/>
          </p:nvPr>
        </p:nvSpPr>
        <p:spPr>
          <a:xfrm>
            <a:off x="2061975" y="2277961"/>
            <a:ext cx="146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 b="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ctrTitle" idx="7"/>
          </p:nvPr>
        </p:nvSpPr>
        <p:spPr>
          <a:xfrm>
            <a:off x="5365649" y="2933950"/>
            <a:ext cx="32904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18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 idx="8" hasCustomPrompt="1"/>
          </p:nvPr>
        </p:nvSpPr>
        <p:spPr>
          <a:xfrm>
            <a:off x="5331427" y="2277961"/>
            <a:ext cx="14607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 b="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 Medium"/>
              <a:buNone/>
              <a:defRPr sz="3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2052450" y="1537150"/>
            <a:ext cx="27210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9"/>
          </p:nvPr>
        </p:nvSpPr>
        <p:spPr>
          <a:xfrm>
            <a:off x="5365650" y="1537150"/>
            <a:ext cx="27210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3"/>
          </p:nvPr>
        </p:nvSpPr>
        <p:spPr>
          <a:xfrm>
            <a:off x="2052450" y="3324621"/>
            <a:ext cx="27210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4"/>
          </p:nvPr>
        </p:nvSpPr>
        <p:spPr>
          <a:xfrm>
            <a:off x="5365650" y="3324621"/>
            <a:ext cx="27210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ctrTitle" idx="15"/>
          </p:nvPr>
        </p:nvSpPr>
        <p:spPr>
          <a:xfrm rot="-5400000">
            <a:off x="-556617" y="1283175"/>
            <a:ext cx="2277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1800" b="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CUSTOM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1085850" y="3829050"/>
            <a:ext cx="3057600" cy="90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ctrTitle"/>
          </p:nvPr>
        </p:nvSpPr>
        <p:spPr>
          <a:xfrm rot="-5400000">
            <a:off x="-556617" y="1283175"/>
            <a:ext cx="2277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1800" b="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DESIGN 1">
  <p:cSld name="CUSTOM_2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ctrTitle"/>
          </p:nvPr>
        </p:nvSpPr>
        <p:spPr>
          <a:xfrm rot="-5400000">
            <a:off x="-556617" y="1283175"/>
            <a:ext cx="2277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1800" b="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CUSTOM_2_2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ctrTitle"/>
          </p:nvPr>
        </p:nvSpPr>
        <p:spPr>
          <a:xfrm>
            <a:off x="1621844" y="1212173"/>
            <a:ext cx="2790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Fira Sans Extra Condensed"/>
              <a:buNone/>
              <a:defRPr sz="1600" b="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ctrTitle" idx="2"/>
          </p:nvPr>
        </p:nvSpPr>
        <p:spPr>
          <a:xfrm>
            <a:off x="4407350" y="1219248"/>
            <a:ext cx="2039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Fira Sans Extra Condensed"/>
              <a:buNone/>
              <a:defRPr sz="2000" b="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ubTitle" idx="1"/>
          </p:nvPr>
        </p:nvSpPr>
        <p:spPr>
          <a:xfrm>
            <a:off x="1456374" y="2097174"/>
            <a:ext cx="27210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Archivo Black"/>
              <a:buChar char="■"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Black"/>
              <a:buChar char="○"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Black"/>
              <a:buChar char="■"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Black"/>
              <a:buChar char="●"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Black"/>
              <a:buChar char="○"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Black"/>
              <a:buChar char="■"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Black"/>
              <a:buChar char="●"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Black"/>
              <a:buChar char="○"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Black"/>
              <a:buChar char="■"/>
              <a:defRPr sz="11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ctrTitle" idx="3"/>
          </p:nvPr>
        </p:nvSpPr>
        <p:spPr>
          <a:xfrm rot="-5400000">
            <a:off x="-556617" y="1283175"/>
            <a:ext cx="2277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1800" b="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4">
          <p15:clr>
            <a:srgbClr val="FA7B17"/>
          </p15:clr>
        </p15:guide>
        <p15:guide id="2" orient="horz" pos="1038">
          <p15:clr>
            <a:srgbClr val="FA7B17"/>
          </p15:clr>
        </p15:guide>
        <p15:guide id="3" pos="1361">
          <p15:clr>
            <a:srgbClr val="FA7B17"/>
          </p15:clr>
        </p15:guide>
        <p15:guide id="4" pos="3993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CUSTOM_2_2_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ctrTitle"/>
          </p:nvPr>
        </p:nvSpPr>
        <p:spPr>
          <a:xfrm>
            <a:off x="6490075" y="831164"/>
            <a:ext cx="2039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Fira Sans Extra Condensed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ubTitle" idx="1"/>
          </p:nvPr>
        </p:nvSpPr>
        <p:spPr>
          <a:xfrm>
            <a:off x="5950732" y="2094713"/>
            <a:ext cx="27210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Archivo Black"/>
              <a:buChar char="■"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Black"/>
              <a:buChar char="○"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Black"/>
              <a:buChar char="■"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Black"/>
              <a:buChar char="●"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Black"/>
              <a:buChar char="○"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Black"/>
              <a:buChar char="■"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Black"/>
              <a:buChar char="●"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Black"/>
              <a:buChar char="○"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chivo Black"/>
              <a:buChar char="■"/>
              <a:defRPr sz="11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ctrTitle" idx="2"/>
          </p:nvPr>
        </p:nvSpPr>
        <p:spPr>
          <a:xfrm>
            <a:off x="5739475" y="1219737"/>
            <a:ext cx="2790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Fira Sans Extra Condensed"/>
              <a:buNone/>
              <a:defRPr sz="16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ctrTitle" idx="3"/>
          </p:nvPr>
        </p:nvSpPr>
        <p:spPr>
          <a:xfrm rot="-5400000">
            <a:off x="-556617" y="1283175"/>
            <a:ext cx="2277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1800" b="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4">
          <p15:clr>
            <a:srgbClr val="FA7B17"/>
          </p15:clr>
        </p15:guide>
        <p15:guide id="2" orient="horz" pos="1038">
          <p15:clr>
            <a:srgbClr val="FA7B17"/>
          </p15:clr>
        </p15:guide>
        <p15:guide id="3" pos="1361">
          <p15:clr>
            <a:srgbClr val="FA7B17"/>
          </p15:clr>
        </p15:guide>
        <p15:guide id="4" pos="3993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CUSTOM_2_2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ctrTitle"/>
          </p:nvPr>
        </p:nvSpPr>
        <p:spPr>
          <a:xfrm>
            <a:off x="6480037" y="831164"/>
            <a:ext cx="2039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Font typeface="Fira Sans Extra Condensed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ubTitle" idx="1"/>
          </p:nvPr>
        </p:nvSpPr>
        <p:spPr>
          <a:xfrm>
            <a:off x="5885008" y="2669775"/>
            <a:ext cx="27210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chivo Black"/>
              <a:buChar char="■"/>
              <a:defRPr sz="11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chivo Black"/>
              <a:buChar char="○"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chivo Black"/>
              <a:buChar char="■"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chivo Black"/>
              <a:buChar char="●"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chivo Black"/>
              <a:buChar char="○"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chivo Black"/>
              <a:buChar char="■"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chivo Black"/>
              <a:buChar char="●"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chivo Black"/>
              <a:buChar char="○"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chivo Black"/>
              <a:buChar char="■"/>
              <a:defRPr sz="11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ctrTitle" idx="2"/>
          </p:nvPr>
        </p:nvSpPr>
        <p:spPr>
          <a:xfrm>
            <a:off x="5729437" y="1219737"/>
            <a:ext cx="2790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Fira Sans Extra Condensed"/>
              <a:buNone/>
              <a:defRPr sz="16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subTitle" idx="3"/>
          </p:nvPr>
        </p:nvSpPr>
        <p:spPr>
          <a:xfrm>
            <a:off x="5806128" y="1933732"/>
            <a:ext cx="2721000" cy="7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None/>
              <a:defRPr sz="1400"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"/>
              <a:buNone/>
              <a:defRPr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ctrTitle" idx="4"/>
          </p:nvPr>
        </p:nvSpPr>
        <p:spPr>
          <a:xfrm rot="-5400000">
            <a:off x="-556617" y="1283175"/>
            <a:ext cx="2277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1800" b="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4">
          <p15:clr>
            <a:srgbClr val="FA7B17"/>
          </p15:clr>
        </p15:guide>
        <p15:guide id="2" orient="horz" pos="1038">
          <p15:clr>
            <a:srgbClr val="FA7B17"/>
          </p15:clr>
        </p15:guide>
        <p15:guide id="3" pos="1361">
          <p15:clr>
            <a:srgbClr val="FA7B17"/>
          </p15:clr>
        </p15:guide>
        <p15:guide id="4" pos="3993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CUSTOM_2_3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ctrTitle"/>
          </p:nvPr>
        </p:nvSpPr>
        <p:spPr>
          <a:xfrm>
            <a:off x="2310398" y="904550"/>
            <a:ext cx="1513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Sans Extra Condensed"/>
              <a:buNone/>
              <a:defRPr sz="1400" b="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310399" y="1356300"/>
            <a:ext cx="13188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ctrTitle" idx="2"/>
          </p:nvPr>
        </p:nvSpPr>
        <p:spPr>
          <a:xfrm>
            <a:off x="4467200" y="904550"/>
            <a:ext cx="1513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Sans Extra Condensed"/>
              <a:buNone/>
              <a:defRPr sz="1400" b="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3"/>
          </p:nvPr>
        </p:nvSpPr>
        <p:spPr>
          <a:xfrm>
            <a:off x="4467199" y="1356300"/>
            <a:ext cx="13188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ctrTitle" idx="4"/>
          </p:nvPr>
        </p:nvSpPr>
        <p:spPr>
          <a:xfrm>
            <a:off x="6595703" y="904550"/>
            <a:ext cx="1513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Fira Sans Extra Condensed"/>
              <a:buNone/>
              <a:defRPr sz="1400" b="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arlow Condensed"/>
              <a:buNone/>
              <a:defRPr sz="2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ubTitle" idx="5"/>
          </p:nvPr>
        </p:nvSpPr>
        <p:spPr>
          <a:xfrm>
            <a:off x="6595699" y="1356300"/>
            <a:ext cx="13188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ctrTitle" idx="6"/>
          </p:nvPr>
        </p:nvSpPr>
        <p:spPr>
          <a:xfrm rot="-5400000">
            <a:off x="-556617" y="1283175"/>
            <a:ext cx="2277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1800" b="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>
          <p15:clr>
            <a:srgbClr val="FA7B17"/>
          </p15:clr>
        </p15:guide>
        <p15:guide id="2" orient="horz" pos="850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CUSTOM_2_3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ctrTitle"/>
          </p:nvPr>
        </p:nvSpPr>
        <p:spPr>
          <a:xfrm>
            <a:off x="1192028" y="1122800"/>
            <a:ext cx="1978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Font typeface="Fira Sans Extra Condensed"/>
              <a:buNone/>
              <a:defRPr sz="1400" b="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ubTitle" idx="1"/>
          </p:nvPr>
        </p:nvSpPr>
        <p:spPr>
          <a:xfrm>
            <a:off x="1521326" y="1574550"/>
            <a:ext cx="16494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ctrTitle" idx="2"/>
          </p:nvPr>
        </p:nvSpPr>
        <p:spPr>
          <a:xfrm>
            <a:off x="1192028" y="2196728"/>
            <a:ext cx="1978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Font typeface="Fira Sans Extra Condensed"/>
              <a:buNone/>
              <a:defRPr sz="1400" b="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ubTitle" idx="3"/>
          </p:nvPr>
        </p:nvSpPr>
        <p:spPr>
          <a:xfrm>
            <a:off x="1521326" y="2648475"/>
            <a:ext cx="16494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ctrTitle" idx="4"/>
          </p:nvPr>
        </p:nvSpPr>
        <p:spPr>
          <a:xfrm>
            <a:off x="1192028" y="3272435"/>
            <a:ext cx="1978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Font typeface="Fira Sans Extra Condensed"/>
              <a:buNone/>
              <a:defRPr sz="1400" b="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ubTitle" idx="5"/>
          </p:nvPr>
        </p:nvSpPr>
        <p:spPr>
          <a:xfrm>
            <a:off x="1521326" y="3724178"/>
            <a:ext cx="16494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ctrTitle" idx="6"/>
          </p:nvPr>
        </p:nvSpPr>
        <p:spPr>
          <a:xfrm>
            <a:off x="6515450" y="1122800"/>
            <a:ext cx="1978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Fira Sans Extra Condensed"/>
              <a:buNone/>
              <a:defRPr sz="14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ubTitle" idx="7"/>
          </p:nvPr>
        </p:nvSpPr>
        <p:spPr>
          <a:xfrm>
            <a:off x="6515450" y="1574550"/>
            <a:ext cx="16494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ctrTitle" idx="8"/>
          </p:nvPr>
        </p:nvSpPr>
        <p:spPr>
          <a:xfrm>
            <a:off x="6515450" y="2196728"/>
            <a:ext cx="1978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Fira Sans Extra Condensed"/>
              <a:buNone/>
              <a:defRPr sz="14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subTitle" idx="9"/>
          </p:nvPr>
        </p:nvSpPr>
        <p:spPr>
          <a:xfrm>
            <a:off x="6515450" y="2648475"/>
            <a:ext cx="17622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ctrTitle" idx="13"/>
          </p:nvPr>
        </p:nvSpPr>
        <p:spPr>
          <a:xfrm>
            <a:off x="6515450" y="3272435"/>
            <a:ext cx="1978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Fira Sans Extra Condensed"/>
              <a:buNone/>
              <a:defRPr sz="14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ubTitle" idx="14"/>
          </p:nvPr>
        </p:nvSpPr>
        <p:spPr>
          <a:xfrm>
            <a:off x="6515450" y="3724178"/>
            <a:ext cx="16494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ctrTitle" idx="15"/>
          </p:nvPr>
        </p:nvSpPr>
        <p:spPr>
          <a:xfrm rot="-5400000">
            <a:off x="-556617" y="1283175"/>
            <a:ext cx="2277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1800" b="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930">
          <p15:clr>
            <a:srgbClr val="FA7B17"/>
          </p15:clr>
        </p15:guide>
        <p15:guide id="2" pos="4114">
          <p15:clr>
            <a:srgbClr val="FA7B17"/>
          </p15:clr>
        </p15:guide>
        <p15:guide id="3" orient="horz" pos="987">
          <p15:clr>
            <a:srgbClr val="FA7B17"/>
          </p15:clr>
        </p15:guide>
        <p15:guide id="4" orient="horz" pos="1660">
          <p15:clr>
            <a:srgbClr val="FA7B17"/>
          </p15:clr>
        </p15:guide>
        <p15:guide id="5" orient="horz" pos="2364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2">
  <p:cSld name="CUSTOM_2_3_1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ctrTitle"/>
          </p:nvPr>
        </p:nvSpPr>
        <p:spPr>
          <a:xfrm>
            <a:off x="2898657" y="784647"/>
            <a:ext cx="1978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Fira Sans Extra Condensed"/>
              <a:buNone/>
              <a:defRPr sz="14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ubTitle" idx="1"/>
          </p:nvPr>
        </p:nvSpPr>
        <p:spPr>
          <a:xfrm>
            <a:off x="2898657" y="1464997"/>
            <a:ext cx="16494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title" idx="2" hasCustomPrompt="1"/>
          </p:nvPr>
        </p:nvSpPr>
        <p:spPr>
          <a:xfrm>
            <a:off x="1790450" y="717625"/>
            <a:ext cx="10191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ctrTitle" idx="3"/>
          </p:nvPr>
        </p:nvSpPr>
        <p:spPr>
          <a:xfrm>
            <a:off x="2898657" y="2988983"/>
            <a:ext cx="1978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Fira Sans Extra Condensed"/>
              <a:buNone/>
              <a:defRPr sz="14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4"/>
          </p:nvPr>
        </p:nvSpPr>
        <p:spPr>
          <a:xfrm>
            <a:off x="2898657" y="3704708"/>
            <a:ext cx="16494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title" idx="5" hasCustomPrompt="1"/>
          </p:nvPr>
        </p:nvSpPr>
        <p:spPr>
          <a:xfrm>
            <a:off x="1790450" y="2914877"/>
            <a:ext cx="10191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6" name="Google Shape;76;p11"/>
          <p:cNvSpPr txBox="1">
            <a:spLocks noGrp="1"/>
          </p:cNvSpPr>
          <p:nvPr>
            <p:ph type="ctrTitle" idx="6"/>
          </p:nvPr>
        </p:nvSpPr>
        <p:spPr>
          <a:xfrm>
            <a:off x="6404693" y="2988983"/>
            <a:ext cx="1978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Fira Sans Extra Condensed"/>
              <a:buNone/>
              <a:defRPr sz="14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ubTitle" idx="7"/>
          </p:nvPr>
        </p:nvSpPr>
        <p:spPr>
          <a:xfrm>
            <a:off x="6404693" y="3704708"/>
            <a:ext cx="16494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title" idx="8" hasCustomPrompt="1"/>
          </p:nvPr>
        </p:nvSpPr>
        <p:spPr>
          <a:xfrm>
            <a:off x="5289405" y="2914877"/>
            <a:ext cx="10185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11"/>
          <p:cNvSpPr txBox="1">
            <a:spLocks noGrp="1"/>
          </p:cNvSpPr>
          <p:nvPr>
            <p:ph type="ctrTitle" idx="9"/>
          </p:nvPr>
        </p:nvSpPr>
        <p:spPr>
          <a:xfrm>
            <a:off x="6398500" y="784647"/>
            <a:ext cx="19785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Fira Sans Extra Condensed"/>
              <a:buNone/>
              <a:defRPr sz="14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ubTitle" idx="13"/>
          </p:nvPr>
        </p:nvSpPr>
        <p:spPr>
          <a:xfrm>
            <a:off x="6398500" y="1464997"/>
            <a:ext cx="16494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1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title" idx="14" hasCustomPrompt="1"/>
          </p:nvPr>
        </p:nvSpPr>
        <p:spPr>
          <a:xfrm>
            <a:off x="5289869" y="717625"/>
            <a:ext cx="1018500" cy="57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ctrTitle" idx="15"/>
          </p:nvPr>
        </p:nvSpPr>
        <p:spPr>
          <a:xfrm rot="-5400000">
            <a:off x="-556617" y="1283175"/>
            <a:ext cx="2277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1800" b="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894">
          <p15:clr>
            <a:srgbClr val="FA7B17"/>
          </p15:clr>
        </p15:guide>
        <p15:guide id="2" pos="4099">
          <p15:clr>
            <a:srgbClr val="FA7B17"/>
          </p15:clr>
        </p15:guide>
        <p15:guide id="3" orient="horz" pos="772">
          <p15:clr>
            <a:srgbClr val="FA7B17"/>
          </p15:clr>
        </p15:guide>
        <p15:guide id="4" orient="horz" pos="2161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&amp; CREDITS">
  <p:cSld name="TITLE_1_1"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ctrTitle"/>
          </p:nvPr>
        </p:nvSpPr>
        <p:spPr>
          <a:xfrm>
            <a:off x="3763794" y="266343"/>
            <a:ext cx="4770900" cy="11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B139E"/>
              </a:buClr>
              <a:buSzPts val="5200"/>
              <a:buNone/>
              <a:defRPr sz="5200">
                <a:solidFill>
                  <a:srgbClr val="0B139E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B139E"/>
              </a:buClr>
              <a:buSzPts val="5200"/>
              <a:buNone/>
              <a:defRPr sz="5200">
                <a:solidFill>
                  <a:srgbClr val="0B139E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B139E"/>
              </a:buClr>
              <a:buSzPts val="5200"/>
              <a:buNone/>
              <a:defRPr sz="5200">
                <a:solidFill>
                  <a:srgbClr val="0B139E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B139E"/>
              </a:buClr>
              <a:buSzPts val="5200"/>
              <a:buNone/>
              <a:defRPr sz="5200">
                <a:solidFill>
                  <a:srgbClr val="0B139E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B139E"/>
              </a:buClr>
              <a:buSzPts val="5200"/>
              <a:buNone/>
              <a:defRPr sz="5200">
                <a:solidFill>
                  <a:srgbClr val="0B139E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B139E"/>
              </a:buClr>
              <a:buSzPts val="5200"/>
              <a:buNone/>
              <a:defRPr sz="5200">
                <a:solidFill>
                  <a:srgbClr val="0B139E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B139E"/>
              </a:buClr>
              <a:buSzPts val="5200"/>
              <a:buNone/>
              <a:defRPr sz="5200">
                <a:solidFill>
                  <a:srgbClr val="0B139E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B139E"/>
              </a:buClr>
              <a:buSzPts val="5200"/>
              <a:buNone/>
              <a:defRPr sz="5200">
                <a:solidFill>
                  <a:srgbClr val="0B139E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subTitle" idx="1"/>
          </p:nvPr>
        </p:nvSpPr>
        <p:spPr>
          <a:xfrm>
            <a:off x="5999526" y="1765400"/>
            <a:ext cx="25350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1696179" y="3648274"/>
            <a:ext cx="3117600" cy="17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CREDITS: This presentation template was created by </a:t>
            </a:r>
            <a:r>
              <a:rPr lang="es" sz="9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/>
              </a:rPr>
              <a:t>Slidesgo</a:t>
            </a:r>
            <a:r>
              <a:rPr lang="es" sz="9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including icons by </a:t>
            </a:r>
            <a:r>
              <a:rPr lang="es" sz="9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>Flaticon</a:t>
            </a:r>
            <a:r>
              <a:rPr lang="es" sz="9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, and infographics &amp; images by </a:t>
            </a:r>
            <a:r>
              <a:rPr lang="es" sz="9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/>
              </a:rPr>
              <a:t>Freepik</a:t>
            </a:r>
            <a:r>
              <a:rPr lang="es" sz="9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. </a:t>
            </a:r>
            <a:endParaRPr sz="9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Please keep this slide for attribution.</a:t>
            </a:r>
            <a:endParaRPr sz="9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subTitle" idx="2"/>
          </p:nvPr>
        </p:nvSpPr>
        <p:spPr>
          <a:xfrm>
            <a:off x="6263938" y="3321575"/>
            <a:ext cx="1649400" cy="3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ubTitle" idx="3"/>
          </p:nvPr>
        </p:nvSpPr>
        <p:spPr>
          <a:xfrm>
            <a:off x="6263938" y="3679731"/>
            <a:ext cx="1649400" cy="3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subTitle" idx="4"/>
          </p:nvPr>
        </p:nvSpPr>
        <p:spPr>
          <a:xfrm>
            <a:off x="6263938" y="4037887"/>
            <a:ext cx="1649400" cy="3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subTitle" idx="5"/>
          </p:nvPr>
        </p:nvSpPr>
        <p:spPr>
          <a:xfrm>
            <a:off x="6263938" y="4396043"/>
            <a:ext cx="1649400" cy="32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5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 POINTS">
  <p:cSld name="CUSTOM_4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body" idx="1"/>
          </p:nvPr>
        </p:nvSpPr>
        <p:spPr>
          <a:xfrm>
            <a:off x="2621150" y="543750"/>
            <a:ext cx="3128400" cy="40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ctrTitle"/>
          </p:nvPr>
        </p:nvSpPr>
        <p:spPr>
          <a:xfrm rot="-5400000">
            <a:off x="-556617" y="1283175"/>
            <a:ext cx="2277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1800" b="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Font typeface="Fira Sans Extra Condensed"/>
              <a:buNone/>
              <a:defRPr sz="3600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CUSTOM_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 Black"/>
              <a:buNone/>
              <a:defRPr sz="2800" b="1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 Black"/>
              <a:buNone/>
              <a:defRPr sz="28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 Black"/>
              <a:buNone/>
              <a:defRPr sz="28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 Black"/>
              <a:buNone/>
              <a:defRPr sz="28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 Black"/>
              <a:buNone/>
              <a:defRPr sz="28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 Black"/>
              <a:buNone/>
              <a:defRPr sz="28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 Black"/>
              <a:buNone/>
              <a:defRPr sz="28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 Black"/>
              <a:buNone/>
              <a:defRPr sz="28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chivo Black"/>
              <a:buNone/>
              <a:defRPr sz="280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Condensed Light"/>
              <a:buChar char="●"/>
              <a:defRPr sz="18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 Light"/>
              <a:buChar char="○"/>
              <a:defRPr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 Light"/>
              <a:buChar char="■"/>
              <a:defRPr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 Light"/>
              <a:buChar char="●"/>
              <a:defRPr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 Light"/>
              <a:buChar char="○"/>
              <a:defRPr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 Light"/>
              <a:buChar char="■"/>
              <a:defRPr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 Light"/>
              <a:buChar char="●"/>
              <a:defRPr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 Light"/>
              <a:buChar char="○"/>
              <a:defRPr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 Condensed Light"/>
              <a:buChar char="■"/>
              <a:defRPr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54">
          <p15:clr>
            <a:srgbClr val="EA4335"/>
          </p15:clr>
        </p15:guide>
        <p15:guide id="3" pos="5306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/>
          <p:nvPr/>
        </p:nvSpPr>
        <p:spPr>
          <a:xfrm>
            <a:off x="0" y="799600"/>
            <a:ext cx="8429700" cy="3781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ctrTitle"/>
          </p:nvPr>
        </p:nvSpPr>
        <p:spPr>
          <a:xfrm>
            <a:off x="4280347" y="335825"/>
            <a:ext cx="3894900" cy="12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REVERSE IMAGE SEARCH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01" name="Google Shape;101;p15"/>
          <p:cNvGrpSpPr/>
          <p:nvPr/>
        </p:nvGrpSpPr>
        <p:grpSpPr>
          <a:xfrm>
            <a:off x="720001" y="549555"/>
            <a:ext cx="2140464" cy="4044399"/>
            <a:chOff x="2389575" y="4405875"/>
            <a:chExt cx="566725" cy="1070825"/>
          </a:xfrm>
        </p:grpSpPr>
        <p:sp>
          <p:nvSpPr>
            <p:cNvPr id="102" name="Google Shape;102;p15"/>
            <p:cNvSpPr/>
            <p:nvPr/>
          </p:nvSpPr>
          <p:spPr>
            <a:xfrm>
              <a:off x="2533875" y="4434000"/>
              <a:ext cx="26025" cy="54225"/>
            </a:xfrm>
            <a:custGeom>
              <a:avLst/>
              <a:gdLst/>
              <a:ahLst/>
              <a:cxnLst/>
              <a:rect l="l" t="t" r="r" b="b"/>
              <a:pathLst>
                <a:path w="1041" h="2169" extrusionOk="0">
                  <a:moveTo>
                    <a:pt x="824" y="1"/>
                  </a:moveTo>
                  <a:cubicBezTo>
                    <a:pt x="824" y="1"/>
                    <a:pt x="821" y="458"/>
                    <a:pt x="660" y="756"/>
                  </a:cubicBezTo>
                  <a:cubicBezTo>
                    <a:pt x="442" y="1159"/>
                    <a:pt x="1" y="1925"/>
                    <a:pt x="801" y="2168"/>
                  </a:cubicBezTo>
                  <a:lnTo>
                    <a:pt x="1041" y="1084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2389575" y="4509275"/>
              <a:ext cx="152350" cy="242900"/>
            </a:xfrm>
            <a:custGeom>
              <a:avLst/>
              <a:gdLst/>
              <a:ahLst/>
              <a:cxnLst/>
              <a:rect l="l" t="t" r="r" b="b"/>
              <a:pathLst>
                <a:path w="6094" h="9716" extrusionOk="0">
                  <a:moveTo>
                    <a:pt x="2763" y="1"/>
                  </a:moveTo>
                  <a:lnTo>
                    <a:pt x="1747" y="87"/>
                  </a:lnTo>
                  <a:cubicBezTo>
                    <a:pt x="1747" y="87"/>
                    <a:pt x="0" y="4976"/>
                    <a:pt x="1179" y="8145"/>
                  </a:cubicBezTo>
                  <a:cubicBezTo>
                    <a:pt x="1602" y="9286"/>
                    <a:pt x="2171" y="9716"/>
                    <a:pt x="2758" y="9716"/>
                  </a:cubicBezTo>
                  <a:cubicBezTo>
                    <a:pt x="3803" y="9716"/>
                    <a:pt x="4909" y="8355"/>
                    <a:pt x="5372" y="7210"/>
                  </a:cubicBezTo>
                  <a:cubicBezTo>
                    <a:pt x="6094" y="5423"/>
                    <a:pt x="4764" y="1086"/>
                    <a:pt x="4764" y="1086"/>
                  </a:cubicBezTo>
                  <a:cubicBezTo>
                    <a:pt x="4764" y="1086"/>
                    <a:pt x="3982" y="5069"/>
                    <a:pt x="2763" y="6119"/>
                  </a:cubicBezTo>
                  <a:cubicBezTo>
                    <a:pt x="2763" y="6119"/>
                    <a:pt x="2194" y="2665"/>
                    <a:pt x="2763" y="1"/>
                  </a:cubicBezTo>
                  <a:close/>
                </a:path>
              </a:pathLst>
            </a:custGeom>
            <a:solidFill>
              <a:srgbClr val="6BB9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2411175" y="4509275"/>
              <a:ext cx="47450" cy="99825"/>
            </a:xfrm>
            <a:custGeom>
              <a:avLst/>
              <a:gdLst/>
              <a:ahLst/>
              <a:cxnLst/>
              <a:rect l="l" t="t" r="r" b="b"/>
              <a:pathLst>
                <a:path w="1898" h="3993" extrusionOk="0">
                  <a:moveTo>
                    <a:pt x="1898" y="1"/>
                  </a:moveTo>
                  <a:lnTo>
                    <a:pt x="883" y="87"/>
                  </a:lnTo>
                  <a:cubicBezTo>
                    <a:pt x="883" y="87"/>
                    <a:pt x="244" y="1877"/>
                    <a:pt x="0" y="3993"/>
                  </a:cubicBezTo>
                  <a:lnTo>
                    <a:pt x="1666" y="3690"/>
                  </a:lnTo>
                  <a:lnTo>
                    <a:pt x="1666" y="3689"/>
                  </a:lnTo>
                  <a:cubicBezTo>
                    <a:pt x="1617" y="2557"/>
                    <a:pt x="1642" y="1200"/>
                    <a:pt x="1898" y="1"/>
                  </a:cubicBezTo>
                  <a:close/>
                </a:path>
              </a:pathLst>
            </a:custGeom>
            <a:solidFill>
              <a:srgbClr val="F1D1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2396675" y="4600650"/>
              <a:ext cx="132575" cy="151275"/>
            </a:xfrm>
            <a:custGeom>
              <a:avLst/>
              <a:gdLst/>
              <a:ahLst/>
              <a:cxnLst/>
              <a:rect l="l" t="t" r="r" b="b"/>
              <a:pathLst>
                <a:path w="5303" h="6051" extrusionOk="0">
                  <a:moveTo>
                    <a:pt x="2438" y="1"/>
                  </a:moveTo>
                  <a:lnTo>
                    <a:pt x="81" y="428"/>
                  </a:lnTo>
                  <a:cubicBezTo>
                    <a:pt x="81" y="428"/>
                    <a:pt x="0" y="5545"/>
                    <a:pt x="2154" y="6014"/>
                  </a:cubicBezTo>
                  <a:cubicBezTo>
                    <a:pt x="2268" y="6038"/>
                    <a:pt x="2380" y="6050"/>
                    <a:pt x="2487" y="6050"/>
                  </a:cubicBezTo>
                  <a:cubicBezTo>
                    <a:pt x="4410" y="6050"/>
                    <a:pt x="5302" y="2316"/>
                    <a:pt x="5302" y="2316"/>
                  </a:cubicBezTo>
                  <a:lnTo>
                    <a:pt x="3454" y="895"/>
                  </a:lnTo>
                  <a:cubicBezTo>
                    <a:pt x="3454" y="895"/>
                    <a:pt x="3056" y="1905"/>
                    <a:pt x="2619" y="1986"/>
                  </a:cubicBezTo>
                  <a:cubicBezTo>
                    <a:pt x="2615" y="1987"/>
                    <a:pt x="2611" y="1987"/>
                    <a:pt x="2607" y="1987"/>
                  </a:cubicBezTo>
                  <a:cubicBezTo>
                    <a:pt x="2315" y="1987"/>
                    <a:pt x="2438" y="1"/>
                    <a:pt x="2438" y="1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2478050" y="4557325"/>
              <a:ext cx="58375" cy="178700"/>
            </a:xfrm>
            <a:custGeom>
              <a:avLst/>
              <a:gdLst/>
              <a:ahLst/>
              <a:cxnLst/>
              <a:rect l="l" t="t" r="r" b="b"/>
              <a:pathLst>
                <a:path w="2335" h="7148" extrusionOk="0">
                  <a:moveTo>
                    <a:pt x="1035" y="0"/>
                  </a:moveTo>
                  <a:cubicBezTo>
                    <a:pt x="1035" y="0"/>
                    <a:pt x="0" y="4385"/>
                    <a:pt x="557" y="7121"/>
                  </a:cubicBezTo>
                  <a:cubicBezTo>
                    <a:pt x="560" y="7131"/>
                    <a:pt x="561" y="7138"/>
                    <a:pt x="562" y="7148"/>
                  </a:cubicBezTo>
                  <a:cubicBezTo>
                    <a:pt x="1106" y="6648"/>
                    <a:pt x="1572" y="5934"/>
                    <a:pt x="1833" y="5288"/>
                  </a:cubicBezTo>
                  <a:cubicBezTo>
                    <a:pt x="2335" y="4048"/>
                    <a:pt x="1846" y="1580"/>
                    <a:pt x="1501" y="185"/>
                  </a:cubicBezTo>
                  <a:cubicBezTo>
                    <a:pt x="1235" y="75"/>
                    <a:pt x="1035" y="0"/>
                    <a:pt x="1035" y="0"/>
                  </a:cubicBezTo>
                  <a:close/>
                </a:path>
              </a:pathLst>
            </a:custGeom>
            <a:solidFill>
              <a:srgbClr val="508B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2465850" y="4743025"/>
              <a:ext cx="201600" cy="700175"/>
            </a:xfrm>
            <a:custGeom>
              <a:avLst/>
              <a:gdLst/>
              <a:ahLst/>
              <a:cxnLst/>
              <a:rect l="l" t="t" r="r" b="b"/>
              <a:pathLst>
                <a:path w="8064" h="28007" extrusionOk="0">
                  <a:moveTo>
                    <a:pt x="7332" y="1"/>
                  </a:moveTo>
                  <a:lnTo>
                    <a:pt x="1722" y="117"/>
                  </a:lnTo>
                  <a:cubicBezTo>
                    <a:pt x="1722" y="117"/>
                    <a:pt x="1" y="15436"/>
                    <a:pt x="924" y="28007"/>
                  </a:cubicBezTo>
                  <a:lnTo>
                    <a:pt x="3324" y="28007"/>
                  </a:lnTo>
                  <a:cubicBezTo>
                    <a:pt x="3324" y="28007"/>
                    <a:pt x="5228" y="12893"/>
                    <a:pt x="8064" y="4061"/>
                  </a:cubicBezTo>
                  <a:lnTo>
                    <a:pt x="7332" y="1"/>
                  </a:lnTo>
                  <a:close/>
                </a:path>
              </a:pathLst>
            </a:custGeom>
            <a:solidFill>
              <a:srgbClr val="F055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2572800" y="4720125"/>
              <a:ext cx="368925" cy="669600"/>
            </a:xfrm>
            <a:custGeom>
              <a:avLst/>
              <a:gdLst/>
              <a:ahLst/>
              <a:cxnLst/>
              <a:rect l="l" t="t" r="r" b="b"/>
              <a:pathLst>
                <a:path w="14757" h="26784" extrusionOk="0">
                  <a:moveTo>
                    <a:pt x="6057" y="1"/>
                  </a:moveTo>
                  <a:lnTo>
                    <a:pt x="1" y="2189"/>
                  </a:lnTo>
                  <a:cubicBezTo>
                    <a:pt x="1" y="2189"/>
                    <a:pt x="675" y="12874"/>
                    <a:pt x="12630" y="26784"/>
                  </a:cubicBezTo>
                  <a:lnTo>
                    <a:pt x="14757" y="25995"/>
                  </a:lnTo>
                  <a:cubicBezTo>
                    <a:pt x="14757" y="25995"/>
                    <a:pt x="7317" y="9603"/>
                    <a:pt x="6057" y="1"/>
                  </a:cubicBezTo>
                  <a:close/>
                </a:path>
              </a:pathLst>
            </a:custGeom>
            <a:solidFill>
              <a:srgbClr val="F055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2491125" y="4495325"/>
              <a:ext cx="239575" cy="273325"/>
            </a:xfrm>
            <a:custGeom>
              <a:avLst/>
              <a:gdLst/>
              <a:ahLst/>
              <a:cxnLst/>
              <a:rect l="l" t="t" r="r" b="b"/>
              <a:pathLst>
                <a:path w="9583" h="10933" extrusionOk="0">
                  <a:moveTo>
                    <a:pt x="4740" y="0"/>
                  </a:moveTo>
                  <a:cubicBezTo>
                    <a:pt x="3420" y="0"/>
                    <a:pt x="2113" y="388"/>
                    <a:pt x="2113" y="388"/>
                  </a:cubicBezTo>
                  <a:cubicBezTo>
                    <a:pt x="2113" y="388"/>
                    <a:pt x="1094" y="606"/>
                    <a:pt x="702" y="1644"/>
                  </a:cubicBezTo>
                  <a:cubicBezTo>
                    <a:pt x="349" y="2577"/>
                    <a:pt x="1" y="7176"/>
                    <a:pt x="224" y="8439"/>
                  </a:cubicBezTo>
                  <a:cubicBezTo>
                    <a:pt x="444" y="9684"/>
                    <a:pt x="468" y="10933"/>
                    <a:pt x="3546" y="10933"/>
                  </a:cubicBezTo>
                  <a:cubicBezTo>
                    <a:pt x="3591" y="10933"/>
                    <a:pt x="3636" y="10933"/>
                    <a:pt x="3682" y="10932"/>
                  </a:cubicBezTo>
                  <a:cubicBezTo>
                    <a:pt x="6895" y="10895"/>
                    <a:pt x="8593" y="10040"/>
                    <a:pt x="9014" y="9546"/>
                  </a:cubicBezTo>
                  <a:cubicBezTo>
                    <a:pt x="9494" y="8984"/>
                    <a:pt x="9583" y="8219"/>
                    <a:pt x="9108" y="6255"/>
                  </a:cubicBezTo>
                  <a:cubicBezTo>
                    <a:pt x="8634" y="4292"/>
                    <a:pt x="7649" y="665"/>
                    <a:pt x="6072" y="175"/>
                  </a:cubicBezTo>
                  <a:cubicBezTo>
                    <a:pt x="5663" y="47"/>
                    <a:pt x="5201" y="0"/>
                    <a:pt x="4740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2629775" y="4499675"/>
              <a:ext cx="218050" cy="224050"/>
            </a:xfrm>
            <a:custGeom>
              <a:avLst/>
              <a:gdLst/>
              <a:ahLst/>
              <a:cxnLst/>
              <a:rect l="l" t="t" r="r" b="b"/>
              <a:pathLst>
                <a:path w="8722" h="8962" extrusionOk="0">
                  <a:moveTo>
                    <a:pt x="527" y="1"/>
                  </a:moveTo>
                  <a:cubicBezTo>
                    <a:pt x="527" y="1"/>
                    <a:pt x="0" y="1316"/>
                    <a:pt x="1506" y="2822"/>
                  </a:cubicBezTo>
                  <a:cubicBezTo>
                    <a:pt x="2965" y="4280"/>
                    <a:pt x="5383" y="5056"/>
                    <a:pt x="5383" y="5056"/>
                  </a:cubicBezTo>
                  <a:cubicBezTo>
                    <a:pt x="4367" y="6478"/>
                    <a:pt x="1591" y="8253"/>
                    <a:pt x="1591" y="8253"/>
                  </a:cubicBezTo>
                  <a:lnTo>
                    <a:pt x="1915" y="8962"/>
                  </a:lnTo>
                  <a:cubicBezTo>
                    <a:pt x="4785" y="8229"/>
                    <a:pt x="8722" y="6212"/>
                    <a:pt x="7078" y="3709"/>
                  </a:cubicBezTo>
                  <a:cubicBezTo>
                    <a:pt x="5282" y="973"/>
                    <a:pt x="527" y="1"/>
                    <a:pt x="527" y="1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2549625" y="4495875"/>
              <a:ext cx="46350" cy="35625"/>
            </a:xfrm>
            <a:custGeom>
              <a:avLst/>
              <a:gdLst/>
              <a:ahLst/>
              <a:cxnLst/>
              <a:rect l="l" t="t" r="r" b="b"/>
              <a:pathLst>
                <a:path w="1854" h="1425" extrusionOk="0">
                  <a:moveTo>
                    <a:pt x="1854" y="1"/>
                  </a:moveTo>
                  <a:cubicBezTo>
                    <a:pt x="1853" y="1"/>
                    <a:pt x="523" y="109"/>
                    <a:pt x="48" y="292"/>
                  </a:cubicBezTo>
                  <a:lnTo>
                    <a:pt x="1" y="1424"/>
                  </a:lnTo>
                  <a:cubicBezTo>
                    <a:pt x="1" y="1424"/>
                    <a:pt x="1636" y="807"/>
                    <a:pt x="1854" y="1"/>
                  </a:cubicBezTo>
                  <a:close/>
                </a:path>
              </a:pathLst>
            </a:custGeom>
            <a:solidFill>
              <a:srgbClr val="F1D1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2550825" y="4446000"/>
              <a:ext cx="45150" cy="58725"/>
            </a:xfrm>
            <a:custGeom>
              <a:avLst/>
              <a:gdLst/>
              <a:ahLst/>
              <a:cxnLst/>
              <a:rect l="l" t="t" r="r" b="b"/>
              <a:pathLst>
                <a:path w="1806" h="2349" extrusionOk="0">
                  <a:moveTo>
                    <a:pt x="1476" y="1"/>
                  </a:moveTo>
                  <a:lnTo>
                    <a:pt x="242" y="148"/>
                  </a:lnTo>
                  <a:cubicBezTo>
                    <a:pt x="242" y="1033"/>
                    <a:pt x="0" y="2287"/>
                    <a:pt x="0" y="2287"/>
                  </a:cubicBezTo>
                  <a:cubicBezTo>
                    <a:pt x="88" y="2330"/>
                    <a:pt x="204" y="2348"/>
                    <a:pt x="336" y="2348"/>
                  </a:cubicBezTo>
                  <a:cubicBezTo>
                    <a:pt x="921" y="2348"/>
                    <a:pt x="1806" y="1996"/>
                    <a:pt x="1806" y="1996"/>
                  </a:cubicBezTo>
                  <a:cubicBezTo>
                    <a:pt x="1641" y="1344"/>
                    <a:pt x="1476" y="1"/>
                    <a:pt x="1476" y="1"/>
                  </a:cubicBezTo>
                  <a:close/>
                </a:path>
              </a:pathLst>
            </a:custGeom>
            <a:solidFill>
              <a:srgbClr val="F1D1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2554475" y="4414850"/>
              <a:ext cx="33500" cy="41050"/>
            </a:xfrm>
            <a:custGeom>
              <a:avLst/>
              <a:gdLst/>
              <a:ahLst/>
              <a:cxnLst/>
              <a:rect l="l" t="t" r="r" b="b"/>
              <a:pathLst>
                <a:path w="1340" h="1642" extrusionOk="0">
                  <a:moveTo>
                    <a:pt x="1247" y="1"/>
                  </a:moveTo>
                  <a:lnTo>
                    <a:pt x="0" y="74"/>
                  </a:lnTo>
                  <a:lnTo>
                    <a:pt x="92" y="1641"/>
                  </a:lnTo>
                  <a:lnTo>
                    <a:pt x="1339" y="1569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rgbClr val="F1D1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2545475" y="4416400"/>
              <a:ext cx="38225" cy="50675"/>
            </a:xfrm>
            <a:custGeom>
              <a:avLst/>
              <a:gdLst/>
              <a:ahLst/>
              <a:cxnLst/>
              <a:rect l="l" t="t" r="r" b="b"/>
              <a:pathLst>
                <a:path w="1529" h="2027" extrusionOk="0">
                  <a:moveTo>
                    <a:pt x="530" y="1"/>
                  </a:moveTo>
                  <a:cubicBezTo>
                    <a:pt x="484" y="1"/>
                    <a:pt x="435" y="3"/>
                    <a:pt x="384" y="8"/>
                  </a:cubicBezTo>
                  <a:cubicBezTo>
                    <a:pt x="384" y="8"/>
                    <a:pt x="1" y="1143"/>
                    <a:pt x="159" y="1727"/>
                  </a:cubicBezTo>
                  <a:cubicBezTo>
                    <a:pt x="216" y="1936"/>
                    <a:pt x="390" y="2027"/>
                    <a:pt x="589" y="2027"/>
                  </a:cubicBezTo>
                  <a:cubicBezTo>
                    <a:pt x="876" y="2027"/>
                    <a:pt x="1216" y="1838"/>
                    <a:pt x="1335" y="1537"/>
                  </a:cubicBezTo>
                  <a:cubicBezTo>
                    <a:pt x="1528" y="1050"/>
                    <a:pt x="1497" y="1"/>
                    <a:pt x="530" y="1"/>
                  </a:cubicBezTo>
                  <a:close/>
                </a:path>
              </a:pathLst>
            </a:custGeom>
            <a:solidFill>
              <a:srgbClr val="F1D1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2715125" y="4597475"/>
              <a:ext cx="101975" cy="111875"/>
            </a:xfrm>
            <a:custGeom>
              <a:avLst/>
              <a:gdLst/>
              <a:ahLst/>
              <a:cxnLst/>
              <a:rect l="l" t="t" r="r" b="b"/>
              <a:pathLst>
                <a:path w="4079" h="4475" extrusionOk="0">
                  <a:moveTo>
                    <a:pt x="3515" y="1"/>
                  </a:moveTo>
                  <a:cubicBezTo>
                    <a:pt x="3072" y="1"/>
                    <a:pt x="2517" y="498"/>
                    <a:pt x="2517" y="498"/>
                  </a:cubicBezTo>
                  <a:lnTo>
                    <a:pt x="2279" y="1050"/>
                  </a:lnTo>
                  <a:lnTo>
                    <a:pt x="1970" y="1143"/>
                  </a:lnTo>
                  <a:cubicBezTo>
                    <a:pt x="1970" y="1143"/>
                    <a:pt x="1426" y="1822"/>
                    <a:pt x="0" y="2675"/>
                  </a:cubicBezTo>
                  <a:lnTo>
                    <a:pt x="1371" y="4474"/>
                  </a:lnTo>
                  <a:cubicBezTo>
                    <a:pt x="1371" y="4474"/>
                    <a:pt x="3979" y="3085"/>
                    <a:pt x="4050" y="1072"/>
                  </a:cubicBezTo>
                  <a:cubicBezTo>
                    <a:pt x="4079" y="244"/>
                    <a:pt x="3824" y="1"/>
                    <a:pt x="3515" y="1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2579500" y="4820500"/>
              <a:ext cx="50775" cy="199300"/>
            </a:xfrm>
            <a:custGeom>
              <a:avLst/>
              <a:gdLst/>
              <a:ahLst/>
              <a:cxnLst/>
              <a:rect l="l" t="t" r="r" b="b"/>
              <a:pathLst>
                <a:path w="2031" h="7972" extrusionOk="0">
                  <a:moveTo>
                    <a:pt x="13" y="0"/>
                  </a:moveTo>
                  <a:cubicBezTo>
                    <a:pt x="13" y="1"/>
                    <a:pt x="0" y="3468"/>
                    <a:pt x="1681" y="7971"/>
                  </a:cubicBezTo>
                  <a:lnTo>
                    <a:pt x="2030" y="6439"/>
                  </a:lnTo>
                  <a:cubicBezTo>
                    <a:pt x="2030" y="6439"/>
                    <a:pt x="259" y="2078"/>
                    <a:pt x="13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2473325" y="5414200"/>
              <a:ext cx="91450" cy="29000"/>
            </a:xfrm>
            <a:custGeom>
              <a:avLst/>
              <a:gdLst/>
              <a:ahLst/>
              <a:cxnLst/>
              <a:rect l="l" t="t" r="r" b="b"/>
              <a:pathLst>
                <a:path w="3658" h="1160" extrusionOk="0">
                  <a:moveTo>
                    <a:pt x="0" y="1"/>
                  </a:moveTo>
                  <a:lnTo>
                    <a:pt x="625" y="1160"/>
                  </a:lnTo>
                  <a:lnTo>
                    <a:pt x="3025" y="1160"/>
                  </a:lnTo>
                  <a:lnTo>
                    <a:pt x="3657" y="1"/>
                  </a:lnTo>
                  <a:close/>
                </a:path>
              </a:pathLst>
            </a:custGeom>
            <a:solidFill>
              <a:srgbClr val="F055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2858925" y="5338275"/>
              <a:ext cx="82800" cy="51450"/>
            </a:xfrm>
            <a:custGeom>
              <a:avLst/>
              <a:gdLst/>
              <a:ahLst/>
              <a:cxnLst/>
              <a:rect l="l" t="t" r="r" b="b"/>
              <a:pathLst>
                <a:path w="3312" h="2058" extrusionOk="0">
                  <a:moveTo>
                    <a:pt x="3133" y="1"/>
                  </a:moveTo>
                  <a:lnTo>
                    <a:pt x="1" y="1243"/>
                  </a:lnTo>
                  <a:lnTo>
                    <a:pt x="1185" y="2058"/>
                  </a:lnTo>
                  <a:lnTo>
                    <a:pt x="3312" y="1269"/>
                  </a:lnTo>
                  <a:lnTo>
                    <a:pt x="3133" y="1"/>
                  </a:lnTo>
                  <a:close/>
                </a:path>
              </a:pathLst>
            </a:custGeom>
            <a:solidFill>
              <a:srgbClr val="F055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2432625" y="5443175"/>
              <a:ext cx="114175" cy="33525"/>
            </a:xfrm>
            <a:custGeom>
              <a:avLst/>
              <a:gdLst/>
              <a:ahLst/>
              <a:cxnLst/>
              <a:rect l="l" t="t" r="r" b="b"/>
              <a:pathLst>
                <a:path w="4567" h="1341" extrusionOk="0">
                  <a:moveTo>
                    <a:pt x="2750" y="1"/>
                  </a:moveTo>
                  <a:lnTo>
                    <a:pt x="0" y="1113"/>
                  </a:lnTo>
                  <a:lnTo>
                    <a:pt x="0" y="1340"/>
                  </a:lnTo>
                  <a:lnTo>
                    <a:pt x="4566" y="1227"/>
                  </a:lnTo>
                  <a:lnTo>
                    <a:pt x="4566" y="455"/>
                  </a:lnTo>
                  <a:lnTo>
                    <a:pt x="4278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2863800" y="5372450"/>
              <a:ext cx="92500" cy="83825"/>
            </a:xfrm>
            <a:custGeom>
              <a:avLst/>
              <a:gdLst/>
              <a:ahLst/>
              <a:cxnLst/>
              <a:rect l="l" t="t" r="r" b="b"/>
              <a:pathLst>
                <a:path w="3700" h="3353" extrusionOk="0">
                  <a:moveTo>
                    <a:pt x="2848" y="1"/>
                  </a:moveTo>
                  <a:lnTo>
                    <a:pt x="1462" y="516"/>
                  </a:lnTo>
                  <a:lnTo>
                    <a:pt x="0" y="3200"/>
                  </a:lnTo>
                  <a:lnTo>
                    <a:pt x="137" y="3352"/>
                  </a:lnTo>
                  <a:lnTo>
                    <a:pt x="3700" y="691"/>
                  </a:lnTo>
                  <a:lnTo>
                    <a:pt x="3117" y="56"/>
                  </a:lnTo>
                  <a:lnTo>
                    <a:pt x="2848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2677625" y="4707400"/>
              <a:ext cx="48925" cy="16300"/>
            </a:xfrm>
            <a:custGeom>
              <a:avLst/>
              <a:gdLst/>
              <a:ahLst/>
              <a:cxnLst/>
              <a:rect l="l" t="t" r="r" b="b"/>
              <a:pathLst>
                <a:path w="1957" h="652" extrusionOk="0">
                  <a:moveTo>
                    <a:pt x="1957" y="1"/>
                  </a:moveTo>
                  <a:lnTo>
                    <a:pt x="1" y="651"/>
                  </a:lnTo>
                  <a:cubicBezTo>
                    <a:pt x="1" y="651"/>
                    <a:pt x="1479" y="598"/>
                    <a:pt x="1864" y="511"/>
                  </a:cubicBezTo>
                  <a:cubicBezTo>
                    <a:pt x="1864" y="511"/>
                    <a:pt x="1954" y="236"/>
                    <a:pt x="1957" y="1"/>
                  </a:cubicBezTo>
                  <a:close/>
                </a:path>
              </a:pathLst>
            </a:custGeom>
            <a:solidFill>
              <a:srgbClr val="869C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2654075" y="4554200"/>
              <a:ext cx="55900" cy="63425"/>
            </a:xfrm>
            <a:custGeom>
              <a:avLst/>
              <a:gdLst/>
              <a:ahLst/>
              <a:cxnLst/>
              <a:rect l="l" t="t" r="r" b="b"/>
              <a:pathLst>
                <a:path w="2236" h="2537" extrusionOk="0">
                  <a:moveTo>
                    <a:pt x="0" y="0"/>
                  </a:moveTo>
                  <a:cubicBezTo>
                    <a:pt x="0" y="1"/>
                    <a:pt x="845" y="1467"/>
                    <a:pt x="1393" y="1732"/>
                  </a:cubicBezTo>
                  <a:cubicBezTo>
                    <a:pt x="1941" y="1996"/>
                    <a:pt x="1876" y="2528"/>
                    <a:pt x="2236" y="2536"/>
                  </a:cubicBezTo>
                  <a:lnTo>
                    <a:pt x="2007" y="1761"/>
                  </a:lnTo>
                  <a:cubicBezTo>
                    <a:pt x="2007" y="1761"/>
                    <a:pt x="693" y="990"/>
                    <a:pt x="0" y="0"/>
                  </a:cubicBezTo>
                  <a:close/>
                </a:path>
              </a:pathLst>
            </a:custGeom>
            <a:solidFill>
              <a:srgbClr val="508B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2459750" y="4648575"/>
              <a:ext cx="10575" cy="10000"/>
            </a:xfrm>
            <a:custGeom>
              <a:avLst/>
              <a:gdLst/>
              <a:ahLst/>
              <a:cxnLst/>
              <a:rect l="l" t="t" r="r" b="b"/>
              <a:pathLst>
                <a:path w="423" h="400" extrusionOk="0">
                  <a:moveTo>
                    <a:pt x="255" y="0"/>
                  </a:moveTo>
                  <a:cubicBezTo>
                    <a:pt x="255" y="0"/>
                    <a:pt x="168" y="59"/>
                    <a:pt x="93" y="59"/>
                  </a:cubicBezTo>
                  <a:cubicBezTo>
                    <a:pt x="55" y="59"/>
                    <a:pt x="20" y="44"/>
                    <a:pt x="1" y="0"/>
                  </a:cubicBezTo>
                  <a:lnTo>
                    <a:pt x="1" y="0"/>
                  </a:lnTo>
                  <a:cubicBezTo>
                    <a:pt x="1" y="0"/>
                    <a:pt x="117" y="349"/>
                    <a:pt x="422" y="399"/>
                  </a:cubicBezTo>
                  <a:cubicBezTo>
                    <a:pt x="422" y="399"/>
                    <a:pt x="220" y="231"/>
                    <a:pt x="255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2760225" y="4621850"/>
              <a:ext cx="18000" cy="4225"/>
            </a:xfrm>
            <a:custGeom>
              <a:avLst/>
              <a:gdLst/>
              <a:ahLst/>
              <a:cxnLst/>
              <a:rect l="l" t="t" r="r" b="b"/>
              <a:pathLst>
                <a:path w="720" h="169" extrusionOk="0">
                  <a:moveTo>
                    <a:pt x="603" y="1"/>
                  </a:moveTo>
                  <a:cubicBezTo>
                    <a:pt x="467" y="1"/>
                    <a:pt x="229" y="17"/>
                    <a:pt x="1" y="112"/>
                  </a:cubicBezTo>
                  <a:lnTo>
                    <a:pt x="165" y="168"/>
                  </a:lnTo>
                  <a:cubicBezTo>
                    <a:pt x="165" y="168"/>
                    <a:pt x="484" y="14"/>
                    <a:pt x="720" y="5"/>
                  </a:cubicBezTo>
                  <a:cubicBezTo>
                    <a:pt x="720" y="5"/>
                    <a:pt x="676" y="1"/>
                    <a:pt x="603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2411125" y="4598350"/>
              <a:ext cx="41725" cy="10750"/>
            </a:xfrm>
            <a:custGeom>
              <a:avLst/>
              <a:gdLst/>
              <a:ahLst/>
              <a:cxnLst/>
              <a:rect l="l" t="t" r="r" b="b"/>
              <a:pathLst>
                <a:path w="1669" h="430" extrusionOk="0">
                  <a:moveTo>
                    <a:pt x="1664" y="0"/>
                  </a:moveTo>
                  <a:lnTo>
                    <a:pt x="38" y="131"/>
                  </a:lnTo>
                  <a:lnTo>
                    <a:pt x="1" y="430"/>
                  </a:lnTo>
                  <a:lnTo>
                    <a:pt x="1668" y="127"/>
                  </a:lnTo>
                  <a:lnTo>
                    <a:pt x="1664" y="0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2669550" y="4670000"/>
              <a:ext cx="72950" cy="53725"/>
            </a:xfrm>
            <a:custGeom>
              <a:avLst/>
              <a:gdLst/>
              <a:ahLst/>
              <a:cxnLst/>
              <a:rect l="l" t="t" r="r" b="b"/>
              <a:pathLst>
                <a:path w="2918" h="2149" extrusionOk="0">
                  <a:moveTo>
                    <a:pt x="1994" y="1"/>
                  </a:moveTo>
                  <a:cubicBezTo>
                    <a:pt x="983" y="809"/>
                    <a:pt x="0" y="1440"/>
                    <a:pt x="0" y="1440"/>
                  </a:cubicBezTo>
                  <a:lnTo>
                    <a:pt x="325" y="2149"/>
                  </a:lnTo>
                  <a:cubicBezTo>
                    <a:pt x="1153" y="1937"/>
                    <a:pt x="2072" y="1618"/>
                    <a:pt x="2918" y="1212"/>
                  </a:cubicBezTo>
                  <a:lnTo>
                    <a:pt x="1996" y="1"/>
                  </a:lnTo>
                  <a:close/>
                </a:path>
              </a:pathLst>
            </a:custGeom>
            <a:solidFill>
              <a:srgbClr val="F1D1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2718150" y="4670000"/>
              <a:ext cx="24350" cy="32575"/>
            </a:xfrm>
            <a:custGeom>
              <a:avLst/>
              <a:gdLst/>
              <a:ahLst/>
              <a:cxnLst/>
              <a:rect l="l" t="t" r="r" b="b"/>
              <a:pathLst>
                <a:path w="974" h="1303" extrusionOk="0">
                  <a:moveTo>
                    <a:pt x="52" y="1"/>
                  </a:moveTo>
                  <a:lnTo>
                    <a:pt x="1" y="41"/>
                  </a:lnTo>
                  <a:lnTo>
                    <a:pt x="779" y="1303"/>
                  </a:lnTo>
                  <a:lnTo>
                    <a:pt x="974" y="1212"/>
                  </a:lnTo>
                  <a:lnTo>
                    <a:pt x="52" y="1"/>
                  </a:ln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2551400" y="4405875"/>
              <a:ext cx="37275" cy="28325"/>
            </a:xfrm>
            <a:custGeom>
              <a:avLst/>
              <a:gdLst/>
              <a:ahLst/>
              <a:cxnLst/>
              <a:rect l="l" t="t" r="r" b="b"/>
              <a:pathLst>
                <a:path w="1491" h="1133" extrusionOk="0">
                  <a:moveTo>
                    <a:pt x="775" y="0"/>
                  </a:moveTo>
                  <a:cubicBezTo>
                    <a:pt x="503" y="0"/>
                    <a:pt x="1" y="99"/>
                    <a:pt x="79" y="664"/>
                  </a:cubicBezTo>
                  <a:cubicBezTo>
                    <a:pt x="79" y="664"/>
                    <a:pt x="96" y="666"/>
                    <a:pt x="121" y="666"/>
                  </a:cubicBezTo>
                  <a:cubicBezTo>
                    <a:pt x="170" y="666"/>
                    <a:pt x="253" y="660"/>
                    <a:pt x="313" y="625"/>
                  </a:cubicBezTo>
                  <a:cubicBezTo>
                    <a:pt x="313" y="625"/>
                    <a:pt x="432" y="943"/>
                    <a:pt x="913" y="943"/>
                  </a:cubicBezTo>
                  <a:cubicBezTo>
                    <a:pt x="1006" y="943"/>
                    <a:pt x="1111" y="931"/>
                    <a:pt x="1232" y="903"/>
                  </a:cubicBezTo>
                  <a:lnTo>
                    <a:pt x="1398" y="1133"/>
                  </a:lnTo>
                  <a:cubicBezTo>
                    <a:pt x="1468" y="935"/>
                    <a:pt x="1490" y="723"/>
                    <a:pt x="1463" y="514"/>
                  </a:cubicBezTo>
                  <a:cubicBezTo>
                    <a:pt x="1417" y="171"/>
                    <a:pt x="1105" y="0"/>
                    <a:pt x="775" y="0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2581350" y="4422450"/>
              <a:ext cx="12575" cy="12025"/>
            </a:xfrm>
            <a:custGeom>
              <a:avLst/>
              <a:gdLst/>
              <a:ahLst/>
              <a:cxnLst/>
              <a:rect l="l" t="t" r="r" b="b"/>
              <a:pathLst>
                <a:path w="503" h="481" extrusionOk="0">
                  <a:moveTo>
                    <a:pt x="264" y="1"/>
                  </a:moveTo>
                  <a:cubicBezTo>
                    <a:pt x="181" y="1"/>
                    <a:pt x="110" y="56"/>
                    <a:pt x="110" y="56"/>
                  </a:cubicBezTo>
                  <a:cubicBezTo>
                    <a:pt x="26" y="179"/>
                    <a:pt x="0" y="334"/>
                    <a:pt x="40" y="478"/>
                  </a:cubicBezTo>
                  <a:cubicBezTo>
                    <a:pt x="61" y="480"/>
                    <a:pt x="82" y="481"/>
                    <a:pt x="101" y="481"/>
                  </a:cubicBezTo>
                  <a:cubicBezTo>
                    <a:pt x="418" y="481"/>
                    <a:pt x="502" y="197"/>
                    <a:pt x="407" y="75"/>
                  </a:cubicBezTo>
                  <a:cubicBezTo>
                    <a:pt x="363" y="19"/>
                    <a:pt x="311" y="1"/>
                    <a:pt x="264" y="1"/>
                  </a:cubicBezTo>
                  <a:close/>
                </a:path>
              </a:pathLst>
            </a:custGeom>
            <a:solidFill>
              <a:srgbClr val="F1D1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2585200" y="4433300"/>
              <a:ext cx="30200" cy="54550"/>
            </a:xfrm>
            <a:custGeom>
              <a:avLst/>
              <a:gdLst/>
              <a:ahLst/>
              <a:cxnLst/>
              <a:rect l="l" t="t" r="r" b="b"/>
              <a:pathLst>
                <a:path w="1208" h="2182" extrusionOk="0">
                  <a:moveTo>
                    <a:pt x="144" y="1"/>
                  </a:moveTo>
                  <a:lnTo>
                    <a:pt x="73" y="28"/>
                  </a:lnTo>
                  <a:cubicBezTo>
                    <a:pt x="0" y="361"/>
                    <a:pt x="208" y="1286"/>
                    <a:pt x="210" y="1759"/>
                  </a:cubicBezTo>
                  <a:cubicBezTo>
                    <a:pt x="212" y="2148"/>
                    <a:pt x="312" y="2182"/>
                    <a:pt x="347" y="2182"/>
                  </a:cubicBezTo>
                  <a:cubicBezTo>
                    <a:pt x="354" y="2182"/>
                    <a:pt x="359" y="2180"/>
                    <a:pt x="359" y="2180"/>
                  </a:cubicBezTo>
                  <a:cubicBezTo>
                    <a:pt x="1208" y="1793"/>
                    <a:pt x="1079" y="1074"/>
                    <a:pt x="575" y="647"/>
                  </a:cubicBezTo>
                  <a:cubicBezTo>
                    <a:pt x="73" y="220"/>
                    <a:pt x="144" y="1"/>
                    <a:pt x="144" y="1"/>
                  </a:cubicBezTo>
                  <a:close/>
                </a:path>
              </a:pathLst>
            </a:custGeom>
            <a:solidFill>
              <a:srgbClr val="0D0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2554350" y="4464350"/>
              <a:ext cx="17125" cy="16550"/>
            </a:xfrm>
            <a:custGeom>
              <a:avLst/>
              <a:gdLst/>
              <a:ahLst/>
              <a:cxnLst/>
              <a:rect l="l" t="t" r="r" b="b"/>
              <a:pathLst>
                <a:path w="685" h="662" extrusionOk="0">
                  <a:moveTo>
                    <a:pt x="685" y="0"/>
                  </a:moveTo>
                  <a:lnTo>
                    <a:pt x="685" y="0"/>
                  </a:lnTo>
                  <a:cubicBezTo>
                    <a:pt x="547" y="85"/>
                    <a:pt x="395" y="106"/>
                    <a:pt x="277" y="106"/>
                  </a:cubicBezTo>
                  <a:cubicBezTo>
                    <a:pt x="154" y="106"/>
                    <a:pt x="67" y="83"/>
                    <a:pt x="67" y="83"/>
                  </a:cubicBezTo>
                  <a:lnTo>
                    <a:pt x="1" y="661"/>
                  </a:lnTo>
                  <a:cubicBezTo>
                    <a:pt x="15" y="662"/>
                    <a:pt x="29" y="662"/>
                    <a:pt x="42" y="662"/>
                  </a:cubicBezTo>
                  <a:cubicBezTo>
                    <a:pt x="684" y="662"/>
                    <a:pt x="685" y="0"/>
                    <a:pt x="685" y="0"/>
                  </a:cubicBezTo>
                  <a:close/>
                </a:path>
              </a:pathLst>
            </a:custGeom>
            <a:solidFill>
              <a:srgbClr val="E2A0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2429400" y="4467750"/>
              <a:ext cx="31775" cy="45325"/>
            </a:xfrm>
            <a:custGeom>
              <a:avLst/>
              <a:gdLst/>
              <a:ahLst/>
              <a:cxnLst/>
              <a:rect l="l" t="t" r="r" b="b"/>
              <a:pathLst>
                <a:path w="1271" h="1813" extrusionOk="0">
                  <a:moveTo>
                    <a:pt x="280" y="0"/>
                  </a:moveTo>
                  <a:cubicBezTo>
                    <a:pt x="262" y="0"/>
                    <a:pt x="244" y="18"/>
                    <a:pt x="250" y="38"/>
                  </a:cubicBezTo>
                  <a:cubicBezTo>
                    <a:pt x="291" y="190"/>
                    <a:pt x="360" y="334"/>
                    <a:pt x="452" y="462"/>
                  </a:cubicBezTo>
                  <a:lnTo>
                    <a:pt x="508" y="546"/>
                  </a:lnTo>
                  <a:cubicBezTo>
                    <a:pt x="500" y="545"/>
                    <a:pt x="492" y="544"/>
                    <a:pt x="484" y="544"/>
                  </a:cubicBezTo>
                  <a:cubicBezTo>
                    <a:pt x="474" y="544"/>
                    <a:pt x="465" y="545"/>
                    <a:pt x="456" y="547"/>
                  </a:cubicBezTo>
                  <a:cubicBezTo>
                    <a:pt x="409" y="563"/>
                    <a:pt x="388" y="624"/>
                    <a:pt x="378" y="670"/>
                  </a:cubicBezTo>
                  <a:cubicBezTo>
                    <a:pt x="367" y="666"/>
                    <a:pt x="356" y="664"/>
                    <a:pt x="346" y="664"/>
                  </a:cubicBezTo>
                  <a:cubicBezTo>
                    <a:pt x="275" y="664"/>
                    <a:pt x="230" y="765"/>
                    <a:pt x="220" y="840"/>
                  </a:cubicBezTo>
                  <a:cubicBezTo>
                    <a:pt x="82" y="872"/>
                    <a:pt x="31" y="1038"/>
                    <a:pt x="11" y="1165"/>
                  </a:cubicBezTo>
                  <a:cubicBezTo>
                    <a:pt x="0" y="1245"/>
                    <a:pt x="2" y="1326"/>
                    <a:pt x="18" y="1406"/>
                  </a:cubicBezTo>
                  <a:cubicBezTo>
                    <a:pt x="46" y="1535"/>
                    <a:pt x="131" y="1643"/>
                    <a:pt x="141" y="1776"/>
                  </a:cubicBezTo>
                  <a:cubicBezTo>
                    <a:pt x="142" y="1793"/>
                    <a:pt x="155" y="1805"/>
                    <a:pt x="171" y="1805"/>
                  </a:cubicBezTo>
                  <a:cubicBezTo>
                    <a:pt x="174" y="1805"/>
                    <a:pt x="177" y="1804"/>
                    <a:pt x="180" y="1803"/>
                  </a:cubicBezTo>
                  <a:cubicBezTo>
                    <a:pt x="183" y="1807"/>
                    <a:pt x="189" y="1808"/>
                    <a:pt x="193" y="1808"/>
                  </a:cubicBezTo>
                  <a:cubicBezTo>
                    <a:pt x="395" y="1793"/>
                    <a:pt x="596" y="1785"/>
                    <a:pt x="798" y="1785"/>
                  </a:cubicBezTo>
                  <a:cubicBezTo>
                    <a:pt x="887" y="1785"/>
                    <a:pt x="975" y="1787"/>
                    <a:pt x="1064" y="1790"/>
                  </a:cubicBezTo>
                  <a:cubicBezTo>
                    <a:pt x="1066" y="1804"/>
                    <a:pt x="1080" y="1813"/>
                    <a:pt x="1094" y="1813"/>
                  </a:cubicBezTo>
                  <a:cubicBezTo>
                    <a:pt x="1105" y="1813"/>
                    <a:pt x="1117" y="1807"/>
                    <a:pt x="1123" y="1793"/>
                  </a:cubicBezTo>
                  <a:cubicBezTo>
                    <a:pt x="1195" y="1621"/>
                    <a:pt x="1271" y="1428"/>
                    <a:pt x="1203" y="1243"/>
                  </a:cubicBezTo>
                  <a:cubicBezTo>
                    <a:pt x="1196" y="1220"/>
                    <a:pt x="1186" y="1199"/>
                    <a:pt x="1173" y="1178"/>
                  </a:cubicBezTo>
                  <a:cubicBezTo>
                    <a:pt x="1110" y="945"/>
                    <a:pt x="1066" y="683"/>
                    <a:pt x="902" y="499"/>
                  </a:cubicBezTo>
                  <a:cubicBezTo>
                    <a:pt x="729" y="304"/>
                    <a:pt x="478" y="201"/>
                    <a:pt x="300" y="9"/>
                  </a:cubicBezTo>
                  <a:cubicBezTo>
                    <a:pt x="294" y="3"/>
                    <a:pt x="287" y="0"/>
                    <a:pt x="280" y="0"/>
                  </a:cubicBezTo>
                  <a:close/>
                </a:path>
              </a:pathLst>
            </a:custGeom>
            <a:solidFill>
              <a:srgbClr val="F1D1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2645125" y="4704900"/>
              <a:ext cx="37475" cy="30525"/>
            </a:xfrm>
            <a:custGeom>
              <a:avLst/>
              <a:gdLst/>
              <a:ahLst/>
              <a:cxnLst/>
              <a:rect l="l" t="t" r="r" b="b"/>
              <a:pathLst>
                <a:path w="1499" h="1221" extrusionOk="0">
                  <a:moveTo>
                    <a:pt x="1054" y="1"/>
                  </a:moveTo>
                  <a:cubicBezTo>
                    <a:pt x="1053" y="1"/>
                    <a:pt x="1052" y="1"/>
                    <a:pt x="1051" y="1"/>
                  </a:cubicBezTo>
                  <a:cubicBezTo>
                    <a:pt x="843" y="30"/>
                    <a:pt x="641" y="43"/>
                    <a:pt x="495" y="202"/>
                  </a:cubicBezTo>
                  <a:cubicBezTo>
                    <a:pt x="494" y="203"/>
                    <a:pt x="495" y="205"/>
                    <a:pt x="493" y="207"/>
                  </a:cubicBezTo>
                  <a:cubicBezTo>
                    <a:pt x="310" y="263"/>
                    <a:pt x="36" y="393"/>
                    <a:pt x="43" y="585"/>
                  </a:cubicBezTo>
                  <a:cubicBezTo>
                    <a:pt x="1" y="687"/>
                    <a:pt x="24" y="786"/>
                    <a:pt x="110" y="858"/>
                  </a:cubicBezTo>
                  <a:cubicBezTo>
                    <a:pt x="97" y="962"/>
                    <a:pt x="140" y="1029"/>
                    <a:pt x="233" y="1082"/>
                  </a:cubicBezTo>
                  <a:cubicBezTo>
                    <a:pt x="286" y="1183"/>
                    <a:pt x="387" y="1220"/>
                    <a:pt x="503" y="1220"/>
                  </a:cubicBezTo>
                  <a:cubicBezTo>
                    <a:pt x="717" y="1220"/>
                    <a:pt x="983" y="1095"/>
                    <a:pt x="1103" y="1009"/>
                  </a:cubicBezTo>
                  <a:cubicBezTo>
                    <a:pt x="1498" y="725"/>
                    <a:pt x="1310" y="361"/>
                    <a:pt x="1102" y="16"/>
                  </a:cubicBezTo>
                  <a:cubicBezTo>
                    <a:pt x="1097" y="7"/>
                    <a:pt x="1087" y="3"/>
                    <a:pt x="1078" y="3"/>
                  </a:cubicBezTo>
                  <a:cubicBezTo>
                    <a:pt x="1075" y="3"/>
                    <a:pt x="1071" y="3"/>
                    <a:pt x="1068" y="4"/>
                  </a:cubicBezTo>
                  <a:cubicBezTo>
                    <a:pt x="1063" y="3"/>
                    <a:pt x="1059" y="1"/>
                    <a:pt x="1054" y="1"/>
                  </a:cubicBezTo>
                  <a:close/>
                </a:path>
              </a:pathLst>
            </a:custGeom>
            <a:solidFill>
              <a:srgbClr val="F1D1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4" name="Google Shape;134;p15"/>
          <p:cNvCxnSpPr/>
          <p:nvPr/>
        </p:nvCxnSpPr>
        <p:spPr>
          <a:xfrm>
            <a:off x="2406000" y="1441525"/>
            <a:ext cx="1564500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" name="Google Shape;135;p15"/>
          <p:cNvCxnSpPr/>
          <p:nvPr/>
        </p:nvCxnSpPr>
        <p:spPr>
          <a:xfrm>
            <a:off x="2253600" y="2406000"/>
            <a:ext cx="1564500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5"/>
          <p:cNvCxnSpPr/>
          <p:nvPr/>
        </p:nvCxnSpPr>
        <p:spPr>
          <a:xfrm>
            <a:off x="2982625" y="4218800"/>
            <a:ext cx="1564500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7" name="Google Shape;137;p15"/>
          <p:cNvSpPr txBox="1">
            <a:spLocks noGrp="1"/>
          </p:cNvSpPr>
          <p:nvPr>
            <p:ph type="subTitle" idx="1"/>
          </p:nvPr>
        </p:nvSpPr>
        <p:spPr>
          <a:xfrm>
            <a:off x="2376250" y="2332150"/>
            <a:ext cx="1564500" cy="3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bottomwear</a:t>
            </a:r>
            <a:endParaRPr sz="1800" b="1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38" name="Google Shape;138;p15"/>
          <p:cNvSpPr txBox="1">
            <a:spLocks noGrp="1"/>
          </p:cNvSpPr>
          <p:nvPr>
            <p:ph type="subTitle" idx="1"/>
          </p:nvPr>
        </p:nvSpPr>
        <p:spPr>
          <a:xfrm>
            <a:off x="2860463" y="3061600"/>
            <a:ext cx="1988700" cy="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Mercury is the closest planet to the Sun</a:t>
            </a:r>
            <a:endParaRPr sz="1100"/>
          </a:p>
        </p:txBody>
      </p:sp>
      <p:sp>
        <p:nvSpPr>
          <p:cNvPr id="139" name="Google Shape;139;p15"/>
          <p:cNvSpPr txBox="1">
            <a:spLocks noGrp="1"/>
          </p:cNvSpPr>
          <p:nvPr>
            <p:ph type="subTitle" idx="1"/>
          </p:nvPr>
        </p:nvSpPr>
        <p:spPr>
          <a:xfrm>
            <a:off x="3072575" y="4154875"/>
            <a:ext cx="1564500" cy="3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shoes</a:t>
            </a:r>
            <a:endParaRPr sz="1800" b="1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0" name="Google Shape;140;p15"/>
          <p:cNvSpPr txBox="1">
            <a:spLocks noGrp="1"/>
          </p:cNvSpPr>
          <p:nvPr>
            <p:ph type="subTitle" idx="1"/>
          </p:nvPr>
        </p:nvSpPr>
        <p:spPr>
          <a:xfrm>
            <a:off x="2528650" y="1341550"/>
            <a:ext cx="1564500" cy="3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topwear</a:t>
            </a:r>
            <a:endParaRPr sz="1800" b="1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1" name="Google Shape;141;p15"/>
          <p:cNvSpPr txBox="1">
            <a:spLocks noGrp="1"/>
          </p:cNvSpPr>
          <p:nvPr>
            <p:ph type="ctrTitle"/>
          </p:nvPr>
        </p:nvSpPr>
        <p:spPr>
          <a:xfrm>
            <a:off x="4470925" y="3832400"/>
            <a:ext cx="38949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Eirini Anagnou</a:t>
            </a:r>
            <a:endParaRPr sz="180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Konstantinos Giorgas</a:t>
            </a:r>
            <a:endParaRPr sz="1800"/>
          </a:p>
        </p:txBody>
      </p:sp>
      <p:grpSp>
        <p:nvGrpSpPr>
          <p:cNvPr id="142" name="Google Shape;142;p15"/>
          <p:cNvGrpSpPr/>
          <p:nvPr/>
        </p:nvGrpSpPr>
        <p:grpSpPr>
          <a:xfrm>
            <a:off x="3296382" y="854349"/>
            <a:ext cx="852854" cy="516721"/>
            <a:chOff x="2396675" y="4495325"/>
            <a:chExt cx="451150" cy="273325"/>
          </a:xfrm>
        </p:grpSpPr>
        <p:sp>
          <p:nvSpPr>
            <p:cNvPr id="143" name="Google Shape;143;p15"/>
            <p:cNvSpPr/>
            <p:nvPr/>
          </p:nvSpPr>
          <p:spPr>
            <a:xfrm>
              <a:off x="2396675" y="4600650"/>
              <a:ext cx="132575" cy="151275"/>
            </a:xfrm>
            <a:custGeom>
              <a:avLst/>
              <a:gdLst/>
              <a:ahLst/>
              <a:cxnLst/>
              <a:rect l="l" t="t" r="r" b="b"/>
              <a:pathLst>
                <a:path w="5303" h="6051" extrusionOk="0">
                  <a:moveTo>
                    <a:pt x="2438" y="1"/>
                  </a:moveTo>
                  <a:lnTo>
                    <a:pt x="81" y="428"/>
                  </a:lnTo>
                  <a:cubicBezTo>
                    <a:pt x="81" y="428"/>
                    <a:pt x="0" y="5545"/>
                    <a:pt x="2154" y="6014"/>
                  </a:cubicBezTo>
                  <a:cubicBezTo>
                    <a:pt x="2268" y="6038"/>
                    <a:pt x="2380" y="6050"/>
                    <a:pt x="2487" y="6050"/>
                  </a:cubicBezTo>
                  <a:cubicBezTo>
                    <a:pt x="4410" y="6050"/>
                    <a:pt x="5302" y="2316"/>
                    <a:pt x="5302" y="2316"/>
                  </a:cubicBezTo>
                  <a:lnTo>
                    <a:pt x="3454" y="895"/>
                  </a:lnTo>
                  <a:cubicBezTo>
                    <a:pt x="3454" y="895"/>
                    <a:pt x="3056" y="1905"/>
                    <a:pt x="2619" y="1986"/>
                  </a:cubicBezTo>
                  <a:cubicBezTo>
                    <a:pt x="2615" y="1987"/>
                    <a:pt x="2611" y="1987"/>
                    <a:pt x="2607" y="1987"/>
                  </a:cubicBezTo>
                  <a:cubicBezTo>
                    <a:pt x="2315" y="1987"/>
                    <a:pt x="2438" y="1"/>
                    <a:pt x="2438" y="1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2491125" y="4495325"/>
              <a:ext cx="239575" cy="273325"/>
            </a:xfrm>
            <a:custGeom>
              <a:avLst/>
              <a:gdLst/>
              <a:ahLst/>
              <a:cxnLst/>
              <a:rect l="l" t="t" r="r" b="b"/>
              <a:pathLst>
                <a:path w="9583" h="10933" extrusionOk="0">
                  <a:moveTo>
                    <a:pt x="4740" y="0"/>
                  </a:moveTo>
                  <a:cubicBezTo>
                    <a:pt x="3420" y="0"/>
                    <a:pt x="2113" y="388"/>
                    <a:pt x="2113" y="388"/>
                  </a:cubicBezTo>
                  <a:cubicBezTo>
                    <a:pt x="2113" y="388"/>
                    <a:pt x="1094" y="606"/>
                    <a:pt x="702" y="1644"/>
                  </a:cubicBezTo>
                  <a:cubicBezTo>
                    <a:pt x="349" y="2577"/>
                    <a:pt x="1" y="7176"/>
                    <a:pt x="224" y="8439"/>
                  </a:cubicBezTo>
                  <a:cubicBezTo>
                    <a:pt x="444" y="9684"/>
                    <a:pt x="468" y="10933"/>
                    <a:pt x="3546" y="10933"/>
                  </a:cubicBezTo>
                  <a:cubicBezTo>
                    <a:pt x="3591" y="10933"/>
                    <a:pt x="3636" y="10933"/>
                    <a:pt x="3682" y="10932"/>
                  </a:cubicBezTo>
                  <a:cubicBezTo>
                    <a:pt x="6895" y="10895"/>
                    <a:pt x="8593" y="10040"/>
                    <a:pt x="9014" y="9546"/>
                  </a:cubicBezTo>
                  <a:cubicBezTo>
                    <a:pt x="9494" y="8984"/>
                    <a:pt x="9583" y="8219"/>
                    <a:pt x="9108" y="6255"/>
                  </a:cubicBezTo>
                  <a:cubicBezTo>
                    <a:pt x="8634" y="4292"/>
                    <a:pt x="7649" y="665"/>
                    <a:pt x="6072" y="175"/>
                  </a:cubicBezTo>
                  <a:cubicBezTo>
                    <a:pt x="5663" y="47"/>
                    <a:pt x="5201" y="0"/>
                    <a:pt x="4740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2629775" y="4499675"/>
              <a:ext cx="218050" cy="224050"/>
            </a:xfrm>
            <a:custGeom>
              <a:avLst/>
              <a:gdLst/>
              <a:ahLst/>
              <a:cxnLst/>
              <a:rect l="l" t="t" r="r" b="b"/>
              <a:pathLst>
                <a:path w="8722" h="8962" extrusionOk="0">
                  <a:moveTo>
                    <a:pt x="527" y="1"/>
                  </a:moveTo>
                  <a:cubicBezTo>
                    <a:pt x="527" y="1"/>
                    <a:pt x="0" y="1316"/>
                    <a:pt x="1506" y="2822"/>
                  </a:cubicBezTo>
                  <a:cubicBezTo>
                    <a:pt x="2965" y="4280"/>
                    <a:pt x="5383" y="5056"/>
                    <a:pt x="5383" y="5056"/>
                  </a:cubicBezTo>
                  <a:cubicBezTo>
                    <a:pt x="4367" y="6478"/>
                    <a:pt x="1591" y="8253"/>
                    <a:pt x="1591" y="8253"/>
                  </a:cubicBezTo>
                  <a:lnTo>
                    <a:pt x="1915" y="8962"/>
                  </a:lnTo>
                  <a:cubicBezTo>
                    <a:pt x="4785" y="8229"/>
                    <a:pt x="8722" y="6212"/>
                    <a:pt x="7078" y="3709"/>
                  </a:cubicBezTo>
                  <a:cubicBezTo>
                    <a:pt x="5282" y="973"/>
                    <a:pt x="527" y="1"/>
                    <a:pt x="527" y="1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2715125" y="4597475"/>
              <a:ext cx="101975" cy="111875"/>
            </a:xfrm>
            <a:custGeom>
              <a:avLst/>
              <a:gdLst/>
              <a:ahLst/>
              <a:cxnLst/>
              <a:rect l="l" t="t" r="r" b="b"/>
              <a:pathLst>
                <a:path w="4079" h="4475" extrusionOk="0">
                  <a:moveTo>
                    <a:pt x="3515" y="1"/>
                  </a:moveTo>
                  <a:cubicBezTo>
                    <a:pt x="3072" y="1"/>
                    <a:pt x="2517" y="498"/>
                    <a:pt x="2517" y="498"/>
                  </a:cubicBezTo>
                  <a:lnTo>
                    <a:pt x="2279" y="1050"/>
                  </a:lnTo>
                  <a:lnTo>
                    <a:pt x="1970" y="1143"/>
                  </a:lnTo>
                  <a:cubicBezTo>
                    <a:pt x="1970" y="1143"/>
                    <a:pt x="1426" y="1822"/>
                    <a:pt x="0" y="2675"/>
                  </a:cubicBezTo>
                  <a:lnTo>
                    <a:pt x="1371" y="4474"/>
                  </a:lnTo>
                  <a:cubicBezTo>
                    <a:pt x="1371" y="4474"/>
                    <a:pt x="3979" y="3085"/>
                    <a:pt x="4050" y="1072"/>
                  </a:cubicBezTo>
                  <a:cubicBezTo>
                    <a:pt x="4079" y="244"/>
                    <a:pt x="3824" y="1"/>
                    <a:pt x="3515" y="1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147;p15"/>
          <p:cNvGrpSpPr/>
          <p:nvPr/>
        </p:nvGrpSpPr>
        <p:grpSpPr>
          <a:xfrm>
            <a:off x="3335975" y="1720007"/>
            <a:ext cx="411346" cy="624881"/>
            <a:chOff x="2465850" y="4720125"/>
            <a:chExt cx="475875" cy="723075"/>
          </a:xfrm>
        </p:grpSpPr>
        <p:sp>
          <p:nvSpPr>
            <p:cNvPr id="148" name="Google Shape;148;p15"/>
            <p:cNvSpPr/>
            <p:nvPr/>
          </p:nvSpPr>
          <p:spPr>
            <a:xfrm>
              <a:off x="2465850" y="4743025"/>
              <a:ext cx="201600" cy="700175"/>
            </a:xfrm>
            <a:custGeom>
              <a:avLst/>
              <a:gdLst/>
              <a:ahLst/>
              <a:cxnLst/>
              <a:rect l="l" t="t" r="r" b="b"/>
              <a:pathLst>
                <a:path w="8064" h="28007" extrusionOk="0">
                  <a:moveTo>
                    <a:pt x="7332" y="1"/>
                  </a:moveTo>
                  <a:lnTo>
                    <a:pt x="1722" y="117"/>
                  </a:lnTo>
                  <a:cubicBezTo>
                    <a:pt x="1722" y="117"/>
                    <a:pt x="1" y="15436"/>
                    <a:pt x="924" y="28007"/>
                  </a:cubicBezTo>
                  <a:lnTo>
                    <a:pt x="3324" y="28007"/>
                  </a:lnTo>
                  <a:cubicBezTo>
                    <a:pt x="3324" y="28007"/>
                    <a:pt x="5228" y="12893"/>
                    <a:pt x="8064" y="4061"/>
                  </a:cubicBezTo>
                  <a:lnTo>
                    <a:pt x="7332" y="1"/>
                  </a:lnTo>
                  <a:close/>
                </a:path>
              </a:pathLst>
            </a:custGeom>
            <a:solidFill>
              <a:srgbClr val="F055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2572800" y="4720125"/>
              <a:ext cx="368925" cy="669600"/>
            </a:xfrm>
            <a:custGeom>
              <a:avLst/>
              <a:gdLst/>
              <a:ahLst/>
              <a:cxnLst/>
              <a:rect l="l" t="t" r="r" b="b"/>
              <a:pathLst>
                <a:path w="14757" h="26784" extrusionOk="0">
                  <a:moveTo>
                    <a:pt x="6057" y="1"/>
                  </a:moveTo>
                  <a:lnTo>
                    <a:pt x="1" y="2189"/>
                  </a:lnTo>
                  <a:cubicBezTo>
                    <a:pt x="1" y="2189"/>
                    <a:pt x="675" y="12874"/>
                    <a:pt x="12630" y="26784"/>
                  </a:cubicBezTo>
                  <a:lnTo>
                    <a:pt x="14757" y="25995"/>
                  </a:lnTo>
                  <a:cubicBezTo>
                    <a:pt x="14757" y="25995"/>
                    <a:pt x="7317" y="9603"/>
                    <a:pt x="6057" y="1"/>
                  </a:cubicBezTo>
                  <a:close/>
                </a:path>
              </a:pathLst>
            </a:custGeom>
            <a:solidFill>
              <a:srgbClr val="F055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0" name="Google Shape;150;p15"/>
          <p:cNvSpPr/>
          <p:nvPr/>
        </p:nvSpPr>
        <p:spPr>
          <a:xfrm>
            <a:off x="4082996" y="4010134"/>
            <a:ext cx="431228" cy="126621"/>
          </a:xfrm>
          <a:custGeom>
            <a:avLst/>
            <a:gdLst/>
            <a:ahLst/>
            <a:cxnLst/>
            <a:rect l="l" t="t" r="r" b="b"/>
            <a:pathLst>
              <a:path w="4567" h="1341" extrusionOk="0">
                <a:moveTo>
                  <a:pt x="2750" y="1"/>
                </a:moveTo>
                <a:lnTo>
                  <a:pt x="0" y="1113"/>
                </a:lnTo>
                <a:lnTo>
                  <a:pt x="0" y="1340"/>
                </a:lnTo>
                <a:lnTo>
                  <a:pt x="4566" y="1227"/>
                </a:lnTo>
                <a:lnTo>
                  <a:pt x="4566" y="455"/>
                </a:lnTo>
                <a:lnTo>
                  <a:pt x="4278" y="1"/>
                </a:lnTo>
                <a:close/>
              </a:path>
            </a:pathLst>
          </a:custGeom>
          <a:solidFill>
            <a:srgbClr val="0D0D0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>
            <a:spLocks noGrp="1"/>
          </p:cNvSpPr>
          <p:nvPr>
            <p:ph type="ctrTitle"/>
          </p:nvPr>
        </p:nvSpPr>
        <p:spPr>
          <a:xfrm rot="-5400000">
            <a:off x="-736925" y="1168725"/>
            <a:ext cx="26379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THE IDEA BEHIND THE PROJECT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2164950" y="540000"/>
            <a:ext cx="6979200" cy="22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7" name="Google Shape;157;p16"/>
          <p:cNvCxnSpPr/>
          <p:nvPr/>
        </p:nvCxnSpPr>
        <p:spPr>
          <a:xfrm>
            <a:off x="948368" y="0"/>
            <a:ext cx="0" cy="2525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8" name="Google Shape;15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8475" y="2258300"/>
            <a:ext cx="1981900" cy="198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/>
          <p:nvPr/>
        </p:nvSpPr>
        <p:spPr>
          <a:xfrm>
            <a:off x="7592575" y="2906375"/>
            <a:ext cx="1408500" cy="530400"/>
          </a:xfrm>
          <a:prstGeom prst="roundRect">
            <a:avLst>
              <a:gd name="adj" fmla="val 16667"/>
            </a:avLst>
          </a:prstGeom>
          <a:solidFill>
            <a:srgbClr val="E0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 b="1" dirty="0">
                <a:solidFill>
                  <a:srgbClr val="FFFFFF"/>
                </a:solidFill>
              </a:rPr>
              <a:t>#dress</a:t>
            </a:r>
            <a:endParaRPr sz="2600" b="1" dirty="0">
              <a:solidFill>
                <a:srgbClr val="FFFFFF"/>
              </a:solidFill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4137250" y="2258288"/>
            <a:ext cx="1518900" cy="5304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 b="1" dirty="0">
                <a:solidFill>
                  <a:srgbClr val="FFFFFF"/>
                </a:solidFill>
              </a:rPr>
              <a:t>#belted</a:t>
            </a:r>
            <a:endParaRPr sz="2600" b="1" dirty="0">
              <a:solidFill>
                <a:srgbClr val="FFFFFF"/>
              </a:solidFill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7340400" y="2258300"/>
            <a:ext cx="1518900" cy="5304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 b="1" dirty="0">
                <a:solidFill>
                  <a:srgbClr val="FFFFFF"/>
                </a:solidFill>
              </a:rPr>
              <a:t>#a-line</a:t>
            </a:r>
            <a:endParaRPr sz="2600" b="1" dirty="0">
              <a:solidFill>
                <a:srgbClr val="FFFFFF"/>
              </a:solidFill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4137250" y="2906375"/>
            <a:ext cx="963300" cy="5304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 b="1">
                <a:solidFill>
                  <a:srgbClr val="FFFFFF"/>
                </a:solidFill>
              </a:rPr>
              <a:t>#red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6476875" y="3554450"/>
            <a:ext cx="1115700" cy="5304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 b="1" dirty="0">
                <a:solidFill>
                  <a:srgbClr val="FFFFFF"/>
                </a:solidFill>
              </a:rPr>
              <a:t>#slim</a:t>
            </a:r>
            <a:endParaRPr sz="2600" b="1" dirty="0">
              <a:solidFill>
                <a:srgbClr val="FFFFFF"/>
              </a:solidFill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5228950" y="2906375"/>
            <a:ext cx="1115700" cy="530400"/>
          </a:xfrm>
          <a:prstGeom prst="roundRect">
            <a:avLst>
              <a:gd name="adj" fmla="val 16667"/>
            </a:avLst>
          </a:prstGeom>
          <a:solidFill>
            <a:srgbClr val="E0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 b="1" dirty="0">
                <a:solidFill>
                  <a:srgbClr val="FFFFFF"/>
                </a:solidFill>
              </a:rPr>
              <a:t>#long</a:t>
            </a:r>
            <a:endParaRPr sz="2600" b="1" dirty="0">
              <a:solidFill>
                <a:srgbClr val="FFFFFF"/>
              </a:solidFill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7724800" y="3554450"/>
            <a:ext cx="1115700" cy="5304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 b="1">
                <a:solidFill>
                  <a:srgbClr val="FFFFFF"/>
                </a:solidFill>
              </a:rPr>
              <a:t>#midi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6405900" y="2906375"/>
            <a:ext cx="1115700" cy="530400"/>
          </a:xfrm>
          <a:prstGeom prst="roundRect">
            <a:avLst>
              <a:gd name="adj" fmla="val 16667"/>
            </a:avLst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 b="1" dirty="0">
                <a:solidFill>
                  <a:srgbClr val="FFFFFF"/>
                </a:solidFill>
              </a:rPr>
              <a:t>#pink</a:t>
            </a:r>
            <a:endParaRPr sz="2600" b="1" dirty="0">
              <a:solidFill>
                <a:srgbClr val="FFFFFF"/>
              </a:solidFill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5738825" y="2258300"/>
            <a:ext cx="1518900" cy="530400"/>
          </a:xfrm>
          <a:prstGeom prst="roundRect">
            <a:avLst>
              <a:gd name="adj" fmla="val 16667"/>
            </a:avLst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 b="1" dirty="0">
                <a:solidFill>
                  <a:srgbClr val="FFFFFF"/>
                </a:solidFill>
              </a:rPr>
              <a:t>#formal</a:t>
            </a:r>
            <a:endParaRPr sz="2600" b="1" dirty="0">
              <a:solidFill>
                <a:srgbClr val="FFFFFF"/>
              </a:solidFill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4137250" y="3554450"/>
            <a:ext cx="2207400" cy="530400"/>
          </a:xfrm>
          <a:prstGeom prst="roundRect">
            <a:avLst>
              <a:gd name="adj" fmla="val 16667"/>
            </a:avLst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 b="1" dirty="0">
                <a:solidFill>
                  <a:srgbClr val="FFFFFF"/>
                </a:solidFill>
              </a:rPr>
              <a:t>#with-straps</a:t>
            </a:r>
            <a:endParaRPr sz="2600" b="1" dirty="0">
              <a:solidFill>
                <a:srgbClr val="FFFFFF"/>
              </a:solidFill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2164950" y="954475"/>
            <a:ext cx="69792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Users describe clothes differently than marketeers and often find it hard to express in certain keywords</a:t>
            </a:r>
            <a:endParaRPr sz="24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6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>
            <a:spLocks noGrp="1"/>
          </p:cNvSpPr>
          <p:nvPr>
            <p:ph type="ctrTitle" idx="15"/>
          </p:nvPr>
        </p:nvSpPr>
        <p:spPr>
          <a:xfrm rot="-5400000">
            <a:off x="-556617" y="1130775"/>
            <a:ext cx="2277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OUR SCOPE TO THE PROBLEM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0" y="4315725"/>
            <a:ext cx="9144000" cy="49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6" name="Google Shape;176;p17"/>
          <p:cNvCxnSpPr/>
          <p:nvPr/>
        </p:nvCxnSpPr>
        <p:spPr>
          <a:xfrm>
            <a:off x="863325" y="0"/>
            <a:ext cx="0" cy="232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7" name="Google Shape;1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1938" y="204825"/>
            <a:ext cx="2784925" cy="278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266547">
            <a:off x="6754100" y="1784825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984238">
            <a:off x="1510175" y="204825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301504">
            <a:off x="6820350" y="204825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1791249">
            <a:off x="1510175" y="1784825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609800" y="3194800"/>
            <a:ext cx="8338200" cy="9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A user can search directly by inputting an image of a desired cloth and not by typing keywords.</a:t>
            </a:r>
            <a:endParaRPr sz="24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>
            <a:spLocks noGrp="1"/>
          </p:cNvSpPr>
          <p:nvPr>
            <p:ph type="ctrTitle"/>
          </p:nvPr>
        </p:nvSpPr>
        <p:spPr>
          <a:xfrm rot="-5400000">
            <a:off x="-556617" y="1283175"/>
            <a:ext cx="2277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DATASET</a:t>
            </a:r>
            <a:endParaRPr/>
          </a:p>
        </p:txBody>
      </p:sp>
      <p:cxnSp>
        <p:nvCxnSpPr>
          <p:cNvPr id="188" name="Google Shape;188;p18"/>
          <p:cNvCxnSpPr/>
          <p:nvPr/>
        </p:nvCxnSpPr>
        <p:spPr>
          <a:xfrm>
            <a:off x="948368" y="0"/>
            <a:ext cx="0" cy="1898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" name="Google Shape;189;p18"/>
          <p:cNvSpPr txBox="1"/>
          <p:nvPr/>
        </p:nvSpPr>
        <p:spPr>
          <a:xfrm>
            <a:off x="1153300" y="132575"/>
            <a:ext cx="7861200" cy="47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b="1">
                <a:latin typeface="Roboto Condensed"/>
                <a:ea typeface="Roboto Condensed"/>
                <a:cs typeface="Roboto Condensed"/>
                <a:sym typeface="Roboto Condensed"/>
              </a:rPr>
              <a:t>The dataset we used consist of 34931 labeled clothing images:</a:t>
            </a:r>
            <a:br>
              <a:rPr lang="es" sz="2400" b="1">
                <a:latin typeface="Roboto Condensed"/>
                <a:ea typeface="Roboto Condensed"/>
                <a:cs typeface="Roboto Condensed"/>
                <a:sym typeface="Roboto Condensed"/>
              </a:rPr>
            </a:br>
            <a:endParaRPr sz="2400"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 Condensed Light"/>
              <a:buChar char="●"/>
            </a:pPr>
            <a:r>
              <a:rPr lang="es" sz="2400" b="1">
                <a:latin typeface="Roboto Condensed"/>
                <a:ea typeface="Roboto Condensed"/>
                <a:cs typeface="Roboto Condensed"/>
                <a:sym typeface="Roboto Condensed"/>
              </a:rPr>
              <a:t>Topwear</a:t>
            </a:r>
            <a:r>
              <a:rPr lang="es" sz="24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: 15402 images</a:t>
            </a:r>
            <a:endParaRPr sz="24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 Condensed Light"/>
              <a:buChar char="●"/>
            </a:pPr>
            <a:r>
              <a:rPr lang="es" sz="2400" b="1">
                <a:latin typeface="Roboto Condensed"/>
                <a:ea typeface="Roboto Condensed"/>
                <a:cs typeface="Roboto Condensed"/>
                <a:sym typeface="Roboto Condensed"/>
              </a:rPr>
              <a:t>Shoes</a:t>
            </a:r>
            <a:r>
              <a:rPr lang="es" sz="24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: 7343 images</a:t>
            </a:r>
            <a:endParaRPr sz="24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 Condensed Light"/>
              <a:buChar char="●"/>
            </a:pPr>
            <a:r>
              <a:rPr lang="es" sz="2400" b="1">
                <a:latin typeface="Roboto Condensed"/>
                <a:ea typeface="Roboto Condensed"/>
                <a:cs typeface="Roboto Condensed"/>
                <a:sym typeface="Roboto Condensed"/>
              </a:rPr>
              <a:t>Bags</a:t>
            </a:r>
            <a:r>
              <a:rPr lang="es" sz="24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: 3055 images</a:t>
            </a:r>
            <a:endParaRPr sz="24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 Condensed Light"/>
              <a:buChar char="●"/>
            </a:pPr>
            <a:r>
              <a:rPr lang="es" sz="2400" b="1">
                <a:latin typeface="Roboto Condensed"/>
                <a:ea typeface="Roboto Condensed"/>
                <a:cs typeface="Roboto Condensed"/>
                <a:sym typeface="Roboto Condensed"/>
              </a:rPr>
              <a:t>Bottomwear</a:t>
            </a:r>
            <a:r>
              <a:rPr lang="es" sz="24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: 2694 images</a:t>
            </a:r>
            <a:endParaRPr sz="24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 Condensed Light"/>
              <a:buChar char="●"/>
            </a:pPr>
            <a:r>
              <a:rPr lang="es" sz="2400" b="1">
                <a:latin typeface="Roboto Condensed"/>
                <a:ea typeface="Roboto Condensed"/>
                <a:cs typeface="Roboto Condensed"/>
                <a:sym typeface="Roboto Condensed"/>
              </a:rPr>
              <a:t>Watches</a:t>
            </a:r>
            <a:r>
              <a:rPr lang="es" sz="24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: 2542 images</a:t>
            </a:r>
            <a:endParaRPr sz="24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 Condensed Light"/>
              <a:buChar char="●"/>
            </a:pPr>
            <a:r>
              <a:rPr lang="es" sz="2400" b="1">
                <a:latin typeface="Roboto Condensed"/>
                <a:ea typeface="Roboto Condensed"/>
                <a:cs typeface="Roboto Condensed"/>
                <a:sym typeface="Roboto Condensed"/>
              </a:rPr>
              <a:t>Innerwear</a:t>
            </a:r>
            <a:r>
              <a:rPr lang="es" sz="24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: 1808 images</a:t>
            </a:r>
            <a:endParaRPr sz="24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 Condensed Light"/>
              <a:buChar char="●"/>
            </a:pPr>
            <a:r>
              <a:rPr lang="es" sz="2400" b="1">
                <a:latin typeface="Roboto Condensed"/>
                <a:ea typeface="Roboto Condensed"/>
                <a:cs typeface="Roboto Condensed"/>
                <a:sym typeface="Roboto Condensed"/>
              </a:rPr>
              <a:t>Jewelry</a:t>
            </a:r>
            <a:r>
              <a:rPr lang="es" sz="24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: 1079 images</a:t>
            </a:r>
            <a:endParaRPr sz="24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 Condensed Light"/>
              <a:buChar char="●"/>
            </a:pPr>
            <a:r>
              <a:rPr lang="es" sz="2400" b="1">
                <a:latin typeface="Roboto Condensed"/>
                <a:ea typeface="Roboto Condensed"/>
                <a:cs typeface="Roboto Condensed"/>
                <a:sym typeface="Roboto Condensed"/>
              </a:rPr>
              <a:t>Eyewear</a:t>
            </a:r>
            <a:r>
              <a:rPr lang="es" sz="24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: 1073 images</a:t>
            </a:r>
            <a:endParaRPr sz="24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 Condensed Light"/>
              <a:buChar char="●"/>
            </a:pPr>
            <a:r>
              <a:rPr lang="es" sz="2400" b="1">
                <a:latin typeface="Roboto Condensed"/>
                <a:ea typeface="Roboto Condensed"/>
                <a:cs typeface="Roboto Condensed"/>
                <a:sym typeface="Roboto Condensed"/>
              </a:rPr>
              <a:t>Socks</a:t>
            </a:r>
            <a:r>
              <a:rPr lang="es" sz="24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: 698 images</a:t>
            </a:r>
            <a:endParaRPr sz="24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pic>
        <p:nvPicPr>
          <p:cNvPr id="190" name="Google Shape;1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7275" y="2710725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>
            <a:spLocks noGrp="1"/>
          </p:cNvSpPr>
          <p:nvPr>
            <p:ph type="ctrTitle"/>
          </p:nvPr>
        </p:nvSpPr>
        <p:spPr>
          <a:xfrm rot="-5400000">
            <a:off x="-1104704" y="1522950"/>
            <a:ext cx="35397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dirty="0"/>
              <a:t>CONVOLUTIONAL NEURAL NETWORK MODEL</a:t>
            </a:r>
            <a:endParaRPr dirty="0"/>
          </a:p>
        </p:txBody>
      </p:sp>
      <p:cxnSp>
        <p:nvCxnSpPr>
          <p:cNvPr id="196" name="Google Shape;196;p19"/>
          <p:cNvCxnSpPr/>
          <p:nvPr/>
        </p:nvCxnSpPr>
        <p:spPr>
          <a:xfrm>
            <a:off x="872168" y="0"/>
            <a:ext cx="0" cy="3459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7" name="Google Shape;1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7600" y="616375"/>
            <a:ext cx="5878390" cy="3306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p19"/>
          <p:cNvCxnSpPr/>
          <p:nvPr/>
        </p:nvCxnSpPr>
        <p:spPr>
          <a:xfrm>
            <a:off x="3009125" y="894850"/>
            <a:ext cx="25320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" name="Google Shape;199;p19"/>
          <p:cNvCxnSpPr/>
          <p:nvPr/>
        </p:nvCxnSpPr>
        <p:spPr>
          <a:xfrm rot="10800000">
            <a:off x="3022375" y="874825"/>
            <a:ext cx="0" cy="185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" name="Google Shape;200;p19"/>
          <p:cNvCxnSpPr/>
          <p:nvPr/>
        </p:nvCxnSpPr>
        <p:spPr>
          <a:xfrm rot="10800000">
            <a:off x="5536975" y="874825"/>
            <a:ext cx="0" cy="185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" name="Google Shape;201;p19"/>
          <p:cNvCxnSpPr/>
          <p:nvPr/>
        </p:nvCxnSpPr>
        <p:spPr>
          <a:xfrm>
            <a:off x="5759775" y="898225"/>
            <a:ext cx="17964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2" name="Google Shape;202;p19"/>
          <p:cNvCxnSpPr/>
          <p:nvPr/>
        </p:nvCxnSpPr>
        <p:spPr>
          <a:xfrm rot="10800000">
            <a:off x="5774674" y="878200"/>
            <a:ext cx="0" cy="185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203;p19"/>
          <p:cNvCxnSpPr/>
          <p:nvPr/>
        </p:nvCxnSpPr>
        <p:spPr>
          <a:xfrm rot="10800000">
            <a:off x="7553075" y="878200"/>
            <a:ext cx="0" cy="185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4" name="Google Shape;204;p19"/>
          <p:cNvSpPr txBox="1"/>
          <p:nvPr/>
        </p:nvSpPr>
        <p:spPr>
          <a:xfrm>
            <a:off x="3008975" y="42000"/>
            <a:ext cx="2532000" cy="7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feature extraction layers</a:t>
            </a:r>
            <a:endParaRPr sz="22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5759825" y="76200"/>
            <a:ext cx="1796400" cy="8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flattening layers</a:t>
            </a:r>
            <a:endParaRPr sz="22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2213725" y="3426850"/>
            <a:ext cx="424200" cy="258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2213725" y="3745087"/>
            <a:ext cx="424200" cy="2586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2213725" y="4063324"/>
            <a:ext cx="424200" cy="2586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2213725" y="4381561"/>
            <a:ext cx="424200" cy="2586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2213725" y="4699798"/>
            <a:ext cx="424200" cy="2586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2757250" y="3446675"/>
            <a:ext cx="33804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2D Convolutional Layer</a:t>
            </a:r>
            <a:endParaRPr sz="20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2757250" y="3751475"/>
            <a:ext cx="33804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Max Pooling Layer</a:t>
            </a:r>
            <a:endParaRPr sz="20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2757250" y="4056275"/>
            <a:ext cx="33804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Flattening Layer</a:t>
            </a:r>
            <a:endParaRPr sz="20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2757250" y="4361075"/>
            <a:ext cx="33804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Dense Fully Connected Layer</a:t>
            </a:r>
            <a:endParaRPr sz="20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2757250" y="4665875"/>
            <a:ext cx="3380400" cy="2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Dropout Layer</a:t>
            </a:r>
            <a:endParaRPr sz="20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pic>
        <p:nvPicPr>
          <p:cNvPr id="216" name="Google Shape;21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177860">
            <a:off x="1023887" y="211425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/>
          <p:nvPr/>
        </p:nvSpPr>
        <p:spPr>
          <a:xfrm rot="-8100000">
            <a:off x="1644731" y="2263771"/>
            <a:ext cx="310137" cy="310561"/>
          </a:xfrm>
          <a:prstGeom prst="rtTriangl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9"/>
          <p:cNvSpPr/>
          <p:nvPr/>
        </p:nvSpPr>
        <p:spPr>
          <a:xfrm rot="-8100000">
            <a:off x="7628206" y="2263771"/>
            <a:ext cx="310137" cy="310561"/>
          </a:xfrm>
          <a:prstGeom prst="rtTriangl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9"/>
          <p:cNvSpPr txBox="1"/>
          <p:nvPr/>
        </p:nvSpPr>
        <p:spPr>
          <a:xfrm rot="-764">
            <a:off x="7914029" y="2150940"/>
            <a:ext cx="13491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“SHOES”</a:t>
            </a:r>
            <a:endParaRPr sz="24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cxnSp>
        <p:nvCxnSpPr>
          <p:cNvPr id="220" name="Google Shape;220;p19"/>
          <p:cNvCxnSpPr/>
          <p:nvPr/>
        </p:nvCxnSpPr>
        <p:spPr>
          <a:xfrm rot="10800000">
            <a:off x="5927074" y="3392800"/>
            <a:ext cx="0" cy="185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19"/>
          <p:cNvCxnSpPr/>
          <p:nvPr/>
        </p:nvCxnSpPr>
        <p:spPr>
          <a:xfrm>
            <a:off x="5927075" y="3578500"/>
            <a:ext cx="5685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2" name="Google Shape;222;p19"/>
          <p:cNvSpPr/>
          <p:nvPr/>
        </p:nvSpPr>
        <p:spPr>
          <a:xfrm rot="-8100000">
            <a:off x="6409006" y="3406771"/>
            <a:ext cx="310137" cy="310561"/>
          </a:xfrm>
          <a:prstGeom prst="rtTriangl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6783525" y="3367125"/>
            <a:ext cx="23604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[543.23, 0, 0, …, 1002.2, 0,0]</a:t>
            </a:r>
            <a:endParaRPr sz="16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/>
          <p:nvPr/>
        </p:nvSpPr>
        <p:spPr>
          <a:xfrm>
            <a:off x="3175275" y="2512175"/>
            <a:ext cx="1431000" cy="1431000"/>
          </a:xfrm>
          <a:prstGeom prst="donut">
            <a:avLst>
              <a:gd name="adj" fmla="val 7805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5168625" y="2512175"/>
            <a:ext cx="1431000" cy="1431000"/>
          </a:xfrm>
          <a:prstGeom prst="donut">
            <a:avLst>
              <a:gd name="adj" fmla="val 7805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5168625" y="745550"/>
            <a:ext cx="1431000" cy="1431000"/>
          </a:xfrm>
          <a:prstGeom prst="donut">
            <a:avLst>
              <a:gd name="adj" fmla="val 7805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3175275" y="745550"/>
            <a:ext cx="1431000" cy="1431000"/>
          </a:xfrm>
          <a:prstGeom prst="donut">
            <a:avLst>
              <a:gd name="adj" fmla="val 7805"/>
            </a:avLst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0"/>
          <p:cNvSpPr txBox="1">
            <a:spLocks noGrp="1"/>
          </p:cNvSpPr>
          <p:nvPr>
            <p:ph type="ctrTitle"/>
          </p:nvPr>
        </p:nvSpPr>
        <p:spPr>
          <a:xfrm rot="-5400000">
            <a:off x="-1037525" y="1320700"/>
            <a:ext cx="3110400" cy="44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TRAINING THE MODEL</a:t>
            </a:r>
            <a:endParaRPr/>
          </a:p>
        </p:txBody>
      </p:sp>
      <p:sp>
        <p:nvSpPr>
          <p:cNvPr id="233" name="Google Shape;233;p20"/>
          <p:cNvSpPr txBox="1">
            <a:spLocks noGrp="1"/>
          </p:cNvSpPr>
          <p:nvPr>
            <p:ph type="ctrTitle" idx="4294967295"/>
          </p:nvPr>
        </p:nvSpPr>
        <p:spPr>
          <a:xfrm>
            <a:off x="1424225" y="514578"/>
            <a:ext cx="1758300" cy="3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Validation Accuracy</a:t>
            </a:r>
            <a:endParaRPr sz="1400"/>
          </a:p>
        </p:txBody>
      </p:sp>
      <p:cxnSp>
        <p:nvCxnSpPr>
          <p:cNvPr id="234" name="Google Shape;234;p20"/>
          <p:cNvCxnSpPr/>
          <p:nvPr/>
        </p:nvCxnSpPr>
        <p:spPr>
          <a:xfrm>
            <a:off x="2112426" y="1083050"/>
            <a:ext cx="12627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5" name="Google Shape;235;p20"/>
          <p:cNvSpPr txBox="1">
            <a:spLocks noGrp="1"/>
          </p:cNvSpPr>
          <p:nvPr>
            <p:ph type="ctrTitle" idx="4294967295"/>
          </p:nvPr>
        </p:nvSpPr>
        <p:spPr>
          <a:xfrm>
            <a:off x="1424225" y="2283632"/>
            <a:ext cx="1758300" cy="3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Training Accuracy</a:t>
            </a:r>
            <a:endParaRPr sz="1400"/>
          </a:p>
        </p:txBody>
      </p:sp>
      <p:sp>
        <p:nvSpPr>
          <p:cNvPr id="236" name="Google Shape;236;p20"/>
          <p:cNvSpPr txBox="1">
            <a:spLocks noGrp="1"/>
          </p:cNvSpPr>
          <p:nvPr>
            <p:ph type="ctrTitle" idx="4294967295"/>
          </p:nvPr>
        </p:nvSpPr>
        <p:spPr>
          <a:xfrm>
            <a:off x="1789976" y="2852102"/>
            <a:ext cx="1316400" cy="109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0">
                <a:latin typeface="Roboto Light"/>
                <a:ea typeface="Roboto Light"/>
                <a:cs typeface="Roboto Light"/>
                <a:sym typeface="Roboto Light"/>
              </a:rPr>
              <a:t>Venus has a beautiful name, but it’s terribly hot</a:t>
            </a:r>
            <a:endParaRPr sz="1000" b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000" b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237" name="Google Shape;237;p20"/>
          <p:cNvCxnSpPr/>
          <p:nvPr/>
        </p:nvCxnSpPr>
        <p:spPr>
          <a:xfrm>
            <a:off x="2112426" y="2852100"/>
            <a:ext cx="12627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8" name="Google Shape;238;p20"/>
          <p:cNvSpPr txBox="1">
            <a:spLocks noGrp="1"/>
          </p:cNvSpPr>
          <p:nvPr>
            <p:ph type="ctrTitle" idx="4294967295"/>
          </p:nvPr>
        </p:nvSpPr>
        <p:spPr>
          <a:xfrm>
            <a:off x="6513300" y="514575"/>
            <a:ext cx="1431000" cy="3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Validation Loss</a:t>
            </a:r>
            <a:endParaRPr sz="1400"/>
          </a:p>
        </p:txBody>
      </p:sp>
      <p:cxnSp>
        <p:nvCxnSpPr>
          <p:cNvPr id="239" name="Google Shape;239;p20"/>
          <p:cNvCxnSpPr/>
          <p:nvPr/>
        </p:nvCxnSpPr>
        <p:spPr>
          <a:xfrm>
            <a:off x="6432774" y="1083050"/>
            <a:ext cx="12087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0" name="Google Shape;240;p20"/>
          <p:cNvSpPr txBox="1">
            <a:spLocks noGrp="1"/>
          </p:cNvSpPr>
          <p:nvPr>
            <p:ph type="ctrTitle" idx="4294967295"/>
          </p:nvPr>
        </p:nvSpPr>
        <p:spPr>
          <a:xfrm>
            <a:off x="6665701" y="2512232"/>
            <a:ext cx="1758300" cy="3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/>
              <a:t>Training Loss</a:t>
            </a:r>
            <a:endParaRPr sz="1400"/>
          </a:p>
        </p:txBody>
      </p:sp>
      <p:sp>
        <p:nvSpPr>
          <p:cNvPr id="241" name="Google Shape;241;p20"/>
          <p:cNvSpPr txBox="1">
            <a:spLocks noGrp="1"/>
          </p:cNvSpPr>
          <p:nvPr>
            <p:ph type="ctrTitle" idx="4294967295"/>
          </p:nvPr>
        </p:nvSpPr>
        <p:spPr>
          <a:xfrm>
            <a:off x="6665700" y="2852102"/>
            <a:ext cx="1262700" cy="109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0">
                <a:latin typeface="Roboto Light"/>
                <a:ea typeface="Roboto Light"/>
                <a:cs typeface="Roboto Light"/>
                <a:sym typeface="Roboto Light"/>
              </a:rPr>
              <a:t>Venus has a beautiful name, but it’s terribly hot</a:t>
            </a:r>
            <a:endParaRPr sz="1000" b="0">
              <a:latin typeface="Roboto Light"/>
              <a:ea typeface="Roboto Light"/>
              <a:cs typeface="Roboto Light"/>
              <a:sym typeface="Roboto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242" name="Google Shape;242;p20"/>
          <p:cNvCxnSpPr/>
          <p:nvPr/>
        </p:nvCxnSpPr>
        <p:spPr>
          <a:xfrm>
            <a:off x="6432774" y="2852100"/>
            <a:ext cx="12087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3" name="Google Shape;243;p20"/>
          <p:cNvSpPr txBox="1">
            <a:spLocks noGrp="1"/>
          </p:cNvSpPr>
          <p:nvPr>
            <p:ph type="ctrTitle" idx="4294967295"/>
          </p:nvPr>
        </p:nvSpPr>
        <p:spPr>
          <a:xfrm>
            <a:off x="3259425" y="1293075"/>
            <a:ext cx="1262700" cy="3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92.61%</a:t>
            </a:r>
            <a:endParaRPr sz="2000"/>
          </a:p>
        </p:txBody>
      </p:sp>
      <p:sp>
        <p:nvSpPr>
          <p:cNvPr id="244" name="Google Shape;244;p20"/>
          <p:cNvSpPr txBox="1">
            <a:spLocks noGrp="1"/>
          </p:cNvSpPr>
          <p:nvPr>
            <p:ph type="ctrTitle" idx="4294967295"/>
          </p:nvPr>
        </p:nvSpPr>
        <p:spPr>
          <a:xfrm>
            <a:off x="5252775" y="1295450"/>
            <a:ext cx="1262700" cy="3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26.04%</a:t>
            </a:r>
            <a:endParaRPr sz="2000"/>
          </a:p>
        </p:txBody>
      </p:sp>
      <p:sp>
        <p:nvSpPr>
          <p:cNvPr id="245" name="Google Shape;245;p20"/>
          <p:cNvSpPr txBox="1">
            <a:spLocks noGrp="1"/>
          </p:cNvSpPr>
          <p:nvPr>
            <p:ph type="ctrTitle" idx="4294967295"/>
          </p:nvPr>
        </p:nvSpPr>
        <p:spPr>
          <a:xfrm>
            <a:off x="3259425" y="3062075"/>
            <a:ext cx="1262700" cy="3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88.03%</a:t>
            </a:r>
            <a:endParaRPr sz="2000"/>
          </a:p>
        </p:txBody>
      </p:sp>
      <p:sp>
        <p:nvSpPr>
          <p:cNvPr id="246" name="Google Shape;246;p20"/>
          <p:cNvSpPr txBox="1">
            <a:spLocks noGrp="1"/>
          </p:cNvSpPr>
          <p:nvPr>
            <p:ph type="ctrTitle" idx="4294967295"/>
          </p:nvPr>
        </p:nvSpPr>
        <p:spPr>
          <a:xfrm>
            <a:off x="5252775" y="3062075"/>
            <a:ext cx="1262700" cy="3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48.36%</a:t>
            </a:r>
            <a:endParaRPr sz="2000"/>
          </a:p>
        </p:txBody>
      </p:sp>
      <p:sp>
        <p:nvSpPr>
          <p:cNvPr id="247" name="Google Shape;247;p20"/>
          <p:cNvSpPr/>
          <p:nvPr/>
        </p:nvSpPr>
        <p:spPr>
          <a:xfrm>
            <a:off x="3175275" y="746522"/>
            <a:ext cx="1431000" cy="1431000"/>
          </a:xfrm>
          <a:prstGeom prst="blockArc">
            <a:avLst>
              <a:gd name="adj1" fmla="val 1747690"/>
              <a:gd name="adj2" fmla="val 346891"/>
              <a:gd name="adj3" fmla="val 783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5168625" y="746522"/>
            <a:ext cx="1431000" cy="1431000"/>
          </a:xfrm>
          <a:prstGeom prst="blockArc">
            <a:avLst>
              <a:gd name="adj1" fmla="val 15040064"/>
              <a:gd name="adj2" fmla="val 346891"/>
              <a:gd name="adj3" fmla="val 783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0"/>
          <p:cNvSpPr/>
          <p:nvPr/>
        </p:nvSpPr>
        <p:spPr>
          <a:xfrm>
            <a:off x="5168625" y="2512172"/>
            <a:ext cx="1431000" cy="1431000"/>
          </a:xfrm>
          <a:prstGeom prst="blockArc">
            <a:avLst>
              <a:gd name="adj1" fmla="val 11449268"/>
              <a:gd name="adj2" fmla="val 346891"/>
              <a:gd name="adj3" fmla="val 783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3175988" y="2512172"/>
            <a:ext cx="1431000" cy="1431000"/>
          </a:xfrm>
          <a:prstGeom prst="blockArc">
            <a:avLst>
              <a:gd name="adj1" fmla="val 2492995"/>
              <a:gd name="adj2" fmla="val 346891"/>
              <a:gd name="adj3" fmla="val 783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1" name="Google Shape;251;p20"/>
          <p:cNvCxnSpPr/>
          <p:nvPr/>
        </p:nvCxnSpPr>
        <p:spPr>
          <a:xfrm>
            <a:off x="795968" y="0"/>
            <a:ext cx="0" cy="292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2" name="Google Shape;252;p20"/>
          <p:cNvSpPr txBox="1"/>
          <p:nvPr/>
        </p:nvSpPr>
        <p:spPr>
          <a:xfrm>
            <a:off x="1590775" y="4277825"/>
            <a:ext cx="67608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Summary stats after 50 epochs</a:t>
            </a:r>
            <a:endParaRPr sz="24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"/>
          <p:cNvSpPr txBox="1">
            <a:spLocks noGrp="1"/>
          </p:cNvSpPr>
          <p:nvPr>
            <p:ph type="ctrTitle" idx="3"/>
          </p:nvPr>
        </p:nvSpPr>
        <p:spPr>
          <a:xfrm rot="-5400000">
            <a:off x="-720275" y="1043325"/>
            <a:ext cx="26046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MONGODB CLUSTER</a:t>
            </a:r>
            <a:endParaRPr/>
          </a:p>
        </p:txBody>
      </p:sp>
      <p:cxnSp>
        <p:nvCxnSpPr>
          <p:cNvPr id="258" name="Google Shape;258;p21"/>
          <p:cNvCxnSpPr/>
          <p:nvPr/>
        </p:nvCxnSpPr>
        <p:spPr>
          <a:xfrm>
            <a:off x="872168" y="0"/>
            <a:ext cx="0" cy="1484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9" name="Google Shape;25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9100" y="-37125"/>
            <a:ext cx="2144900" cy="2144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>
            <a:off x="990250" y="1648325"/>
            <a:ext cx="7056300" cy="26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br>
              <a:rPr lang="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_id</a:t>
            </a:r>
            <a:r>
              <a:rPr lang="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&lt;An object id automatically allocated by mongo&gt;,</a:t>
            </a:r>
            <a:br>
              <a:rPr lang="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Category</a:t>
            </a:r>
            <a:r>
              <a:rPr lang="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&lt;The category id of 1 out of the 9 possible categories&gt;,</a:t>
            </a:r>
            <a:br>
              <a:rPr lang="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r>
              <a:rPr lang="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&lt;The id of the image&gt;,</a:t>
            </a:r>
            <a:br>
              <a:rPr lang="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</a:t>
            </a:r>
            <a:r>
              <a:rPr lang="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r:[&lt;The array of 64 numbers describing the apparel&gt;] </a:t>
            </a:r>
            <a:br>
              <a:rPr lang="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2987350" y="540000"/>
            <a:ext cx="2611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apparel = document</a:t>
            </a:r>
            <a:endParaRPr sz="2400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 txBox="1">
            <a:spLocks noGrp="1"/>
          </p:cNvSpPr>
          <p:nvPr>
            <p:ph type="ctrTitle" idx="3"/>
          </p:nvPr>
        </p:nvSpPr>
        <p:spPr>
          <a:xfrm rot="-5400000">
            <a:off x="-908075" y="1101075"/>
            <a:ext cx="2827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IMAGE REPOSITORY</a:t>
            </a:r>
            <a:endParaRPr/>
          </a:p>
        </p:txBody>
      </p:sp>
      <p:cxnSp>
        <p:nvCxnSpPr>
          <p:cNvPr id="267" name="Google Shape;267;p22"/>
          <p:cNvCxnSpPr/>
          <p:nvPr/>
        </p:nvCxnSpPr>
        <p:spPr>
          <a:xfrm>
            <a:off x="795968" y="0"/>
            <a:ext cx="12600" cy="2637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68" name="Google Shape;26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2800" y="2781300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9875" y="20193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0775" y="20193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5325" y="24765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05200" y="785475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49450" y="1166475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73350" y="1166475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25850" y="785475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319875" y="928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255325" y="2352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180825" y="159000"/>
            <a:ext cx="609600" cy="609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22"/>
          <p:cNvCxnSpPr/>
          <p:nvPr/>
        </p:nvCxnSpPr>
        <p:spPr>
          <a:xfrm>
            <a:off x="2167200" y="1166475"/>
            <a:ext cx="696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" name="Google Shape;280;p22"/>
          <p:cNvCxnSpPr/>
          <p:nvPr/>
        </p:nvCxnSpPr>
        <p:spPr>
          <a:xfrm>
            <a:off x="3005400" y="480675"/>
            <a:ext cx="696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22"/>
          <p:cNvCxnSpPr/>
          <p:nvPr/>
        </p:nvCxnSpPr>
        <p:spPr>
          <a:xfrm>
            <a:off x="3005400" y="2385675"/>
            <a:ext cx="696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" name="Google Shape;282;p22"/>
          <p:cNvCxnSpPr/>
          <p:nvPr/>
        </p:nvCxnSpPr>
        <p:spPr>
          <a:xfrm>
            <a:off x="3996000" y="1623675"/>
            <a:ext cx="696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" name="Google Shape;283;p22"/>
          <p:cNvCxnSpPr/>
          <p:nvPr/>
        </p:nvCxnSpPr>
        <p:spPr>
          <a:xfrm>
            <a:off x="5748600" y="1547475"/>
            <a:ext cx="696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4" name="Google Shape;284;p22"/>
          <p:cNvCxnSpPr/>
          <p:nvPr/>
        </p:nvCxnSpPr>
        <p:spPr>
          <a:xfrm>
            <a:off x="4834200" y="633075"/>
            <a:ext cx="696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5" name="Google Shape;285;p22"/>
          <p:cNvCxnSpPr/>
          <p:nvPr/>
        </p:nvCxnSpPr>
        <p:spPr>
          <a:xfrm>
            <a:off x="4834200" y="2690475"/>
            <a:ext cx="696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6" name="Google Shape;286;p22"/>
          <p:cNvCxnSpPr/>
          <p:nvPr/>
        </p:nvCxnSpPr>
        <p:spPr>
          <a:xfrm>
            <a:off x="6891600" y="2385675"/>
            <a:ext cx="696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22"/>
          <p:cNvCxnSpPr/>
          <p:nvPr/>
        </p:nvCxnSpPr>
        <p:spPr>
          <a:xfrm>
            <a:off x="7882200" y="1242675"/>
            <a:ext cx="696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22"/>
          <p:cNvCxnSpPr/>
          <p:nvPr/>
        </p:nvCxnSpPr>
        <p:spPr>
          <a:xfrm>
            <a:off x="6815400" y="556875"/>
            <a:ext cx="696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9" name="Google Shape;289;p22"/>
          <p:cNvSpPr txBox="1"/>
          <p:nvPr/>
        </p:nvSpPr>
        <p:spPr>
          <a:xfrm>
            <a:off x="3191475" y="397600"/>
            <a:ext cx="696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latin typeface="Roboto Condensed"/>
                <a:ea typeface="Roboto Condensed"/>
                <a:cs typeface="Roboto Condensed"/>
                <a:sym typeface="Roboto Condensed"/>
              </a:rPr>
              <a:t>4567</a:t>
            </a:r>
            <a:endParaRPr sz="1600" b="1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2353275" y="1083400"/>
            <a:ext cx="696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latin typeface="Roboto Condensed"/>
                <a:ea typeface="Roboto Condensed"/>
                <a:cs typeface="Roboto Condensed"/>
                <a:sym typeface="Roboto Condensed"/>
              </a:rPr>
              <a:t>0987</a:t>
            </a:r>
            <a:endParaRPr sz="1600" b="1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1" name="Google Shape;291;p22"/>
          <p:cNvSpPr txBox="1"/>
          <p:nvPr/>
        </p:nvSpPr>
        <p:spPr>
          <a:xfrm>
            <a:off x="4182075" y="1540600"/>
            <a:ext cx="696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latin typeface="Roboto Condensed"/>
                <a:ea typeface="Roboto Condensed"/>
                <a:cs typeface="Roboto Condensed"/>
                <a:sym typeface="Roboto Condensed"/>
              </a:rPr>
              <a:t>3956</a:t>
            </a:r>
            <a:endParaRPr sz="1600" b="1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2" name="Google Shape;292;p22"/>
          <p:cNvSpPr txBox="1"/>
          <p:nvPr/>
        </p:nvSpPr>
        <p:spPr>
          <a:xfrm>
            <a:off x="5172675" y="550000"/>
            <a:ext cx="696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latin typeface="Roboto Condensed"/>
                <a:ea typeface="Roboto Condensed"/>
                <a:cs typeface="Roboto Condensed"/>
                <a:sym typeface="Roboto Condensed"/>
              </a:rPr>
              <a:t>679</a:t>
            </a:r>
            <a:endParaRPr sz="1600" b="1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3" name="Google Shape;293;p22"/>
          <p:cNvSpPr txBox="1"/>
          <p:nvPr/>
        </p:nvSpPr>
        <p:spPr>
          <a:xfrm>
            <a:off x="7001475" y="473800"/>
            <a:ext cx="696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latin typeface="Roboto Condensed"/>
                <a:ea typeface="Roboto Condensed"/>
                <a:cs typeface="Roboto Condensed"/>
                <a:sym typeface="Roboto Condensed"/>
              </a:rPr>
              <a:t>3454</a:t>
            </a:r>
            <a:endParaRPr sz="1600" b="1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5934675" y="1464400"/>
            <a:ext cx="696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latin typeface="Roboto Condensed"/>
                <a:ea typeface="Roboto Condensed"/>
                <a:cs typeface="Roboto Condensed"/>
                <a:sym typeface="Roboto Condensed"/>
              </a:rPr>
              <a:t>5678</a:t>
            </a:r>
            <a:endParaRPr sz="1600" b="1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3191475" y="2302600"/>
            <a:ext cx="696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latin typeface="Roboto Condensed"/>
                <a:ea typeface="Roboto Condensed"/>
                <a:cs typeface="Roboto Condensed"/>
                <a:sym typeface="Roboto Condensed"/>
              </a:rPr>
              <a:t>9475</a:t>
            </a:r>
            <a:endParaRPr sz="1600" b="1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8068275" y="1159600"/>
            <a:ext cx="696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latin typeface="Roboto Condensed"/>
                <a:ea typeface="Roboto Condensed"/>
                <a:cs typeface="Roboto Condensed"/>
                <a:sym typeface="Roboto Condensed"/>
              </a:rPr>
              <a:t>7856</a:t>
            </a:r>
            <a:endParaRPr sz="1600" b="1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7" name="Google Shape;297;p22"/>
          <p:cNvSpPr txBox="1"/>
          <p:nvPr/>
        </p:nvSpPr>
        <p:spPr>
          <a:xfrm>
            <a:off x="5020275" y="2607400"/>
            <a:ext cx="696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latin typeface="Roboto Condensed"/>
                <a:ea typeface="Roboto Condensed"/>
                <a:cs typeface="Roboto Condensed"/>
                <a:sym typeface="Roboto Condensed"/>
              </a:rPr>
              <a:t>9384</a:t>
            </a:r>
            <a:endParaRPr sz="1600" b="1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7077675" y="2302600"/>
            <a:ext cx="696300" cy="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 b="1">
                <a:latin typeface="Roboto Condensed"/>
                <a:ea typeface="Roboto Condensed"/>
                <a:cs typeface="Roboto Condensed"/>
                <a:sym typeface="Roboto Condensed"/>
              </a:rPr>
              <a:t>1476</a:t>
            </a:r>
            <a:endParaRPr sz="1600" b="1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9" name="Google Shape;299;p22"/>
          <p:cNvSpPr/>
          <p:nvPr/>
        </p:nvSpPr>
        <p:spPr>
          <a:xfrm rot="-2700000">
            <a:off x="4299477" y="3026849"/>
            <a:ext cx="417052" cy="417052"/>
          </a:xfrm>
          <a:prstGeom prst="rtTriangl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3"/>
          <p:cNvSpPr/>
          <p:nvPr/>
        </p:nvSpPr>
        <p:spPr>
          <a:xfrm>
            <a:off x="3902978" y="1788775"/>
            <a:ext cx="4490100" cy="1935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3"/>
          <p:cNvSpPr txBox="1">
            <a:spLocks noGrp="1"/>
          </p:cNvSpPr>
          <p:nvPr>
            <p:ph type="ctrTitle" idx="3"/>
          </p:nvPr>
        </p:nvSpPr>
        <p:spPr>
          <a:xfrm rot="-5400000">
            <a:off x="-908075" y="1101075"/>
            <a:ext cx="2827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ORCHESTRATION</a:t>
            </a:r>
            <a:endParaRPr/>
          </a:p>
        </p:txBody>
      </p:sp>
      <p:cxnSp>
        <p:nvCxnSpPr>
          <p:cNvPr id="306" name="Google Shape;306;p23"/>
          <p:cNvCxnSpPr/>
          <p:nvPr/>
        </p:nvCxnSpPr>
        <p:spPr>
          <a:xfrm>
            <a:off x="795968" y="0"/>
            <a:ext cx="0" cy="222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07" name="Google Shape;3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4263" y="4116500"/>
            <a:ext cx="1040150" cy="104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0000" y="2433691"/>
            <a:ext cx="1147500" cy="645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5650" y="-11671"/>
            <a:ext cx="937024" cy="93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3925" y="1802875"/>
            <a:ext cx="1219200" cy="121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1" name="Google Shape;311;p23"/>
          <p:cNvCxnSpPr>
            <a:stCxn id="308" idx="0"/>
            <a:endCxn id="309" idx="2"/>
          </p:cNvCxnSpPr>
          <p:nvPr/>
        </p:nvCxnSpPr>
        <p:spPr>
          <a:xfrm rot="10800000" flipH="1">
            <a:off x="4623750" y="925291"/>
            <a:ext cx="1400400" cy="1508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2" name="Google Shape;312;p23"/>
          <p:cNvCxnSpPr>
            <a:stCxn id="307" idx="0"/>
          </p:cNvCxnSpPr>
          <p:nvPr/>
        </p:nvCxnSpPr>
        <p:spPr>
          <a:xfrm rot="10800000">
            <a:off x="5044037" y="3764900"/>
            <a:ext cx="1140300" cy="351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3" name="Google Shape;313;p23"/>
          <p:cNvCxnSpPr>
            <a:stCxn id="314" idx="2"/>
            <a:endCxn id="307" idx="0"/>
          </p:cNvCxnSpPr>
          <p:nvPr/>
        </p:nvCxnSpPr>
        <p:spPr>
          <a:xfrm flipH="1">
            <a:off x="6184450" y="3182263"/>
            <a:ext cx="1240200" cy="934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5" name="Google Shape;315;p23"/>
          <p:cNvCxnSpPr/>
          <p:nvPr/>
        </p:nvCxnSpPr>
        <p:spPr>
          <a:xfrm rot="-5400000">
            <a:off x="3086851" y="1934725"/>
            <a:ext cx="2400" cy="1320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6" name="Google Shape;316;p23"/>
          <p:cNvCxnSpPr/>
          <p:nvPr/>
        </p:nvCxnSpPr>
        <p:spPr>
          <a:xfrm flipH="1">
            <a:off x="2427901" y="2787475"/>
            <a:ext cx="1257900" cy="16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7" name="Google Shape;317;p23"/>
          <p:cNvSpPr txBox="1"/>
          <p:nvPr/>
        </p:nvSpPr>
        <p:spPr>
          <a:xfrm>
            <a:off x="2280101" y="2048175"/>
            <a:ext cx="15624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inputs clothing image</a:t>
            </a: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18" name="Google Shape;318;p23"/>
          <p:cNvSpPr txBox="1"/>
          <p:nvPr/>
        </p:nvSpPr>
        <p:spPr>
          <a:xfrm>
            <a:off x="3570900" y="3868325"/>
            <a:ext cx="2510100" cy="14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fetches the corresponding images</a:t>
            </a: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19" name="Google Shape;319;p23"/>
          <p:cNvSpPr txBox="1"/>
          <p:nvPr/>
        </p:nvSpPr>
        <p:spPr>
          <a:xfrm>
            <a:off x="4325025" y="1135425"/>
            <a:ext cx="1320300" cy="6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query based on category</a:t>
            </a: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20" name="Google Shape;320;p23"/>
          <p:cNvSpPr txBox="1"/>
          <p:nvPr/>
        </p:nvSpPr>
        <p:spPr>
          <a:xfrm>
            <a:off x="6645075" y="968675"/>
            <a:ext cx="2289900" cy="10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returns:</a:t>
            </a: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●"/>
            </a:pPr>
            <a:r>
              <a:rPr lang="es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image id</a:t>
            </a: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Char char="●"/>
            </a:pPr>
            <a:r>
              <a:rPr lang="es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image vector</a:t>
            </a: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14" name="Google Shape;314;p23"/>
          <p:cNvSpPr txBox="1"/>
          <p:nvPr/>
        </p:nvSpPr>
        <p:spPr>
          <a:xfrm>
            <a:off x="6850900" y="2330563"/>
            <a:ext cx="1147500" cy="8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b="1">
                <a:latin typeface="Roboto Condensed"/>
                <a:ea typeface="Roboto Condensed"/>
                <a:cs typeface="Roboto Condensed"/>
                <a:sym typeface="Roboto Condensed"/>
              </a:rPr>
              <a:t>KNN</a:t>
            </a:r>
            <a:endParaRPr sz="3000" b="1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321" name="Google Shape;321;p23"/>
          <p:cNvCxnSpPr>
            <a:stCxn id="309" idx="2"/>
            <a:endCxn id="314" idx="0"/>
          </p:cNvCxnSpPr>
          <p:nvPr/>
        </p:nvCxnSpPr>
        <p:spPr>
          <a:xfrm>
            <a:off x="6024162" y="925353"/>
            <a:ext cx="1400400" cy="1405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2" name="Google Shape;322;p23"/>
          <p:cNvCxnSpPr>
            <a:stCxn id="308" idx="3"/>
            <a:endCxn id="314" idx="1"/>
          </p:cNvCxnSpPr>
          <p:nvPr/>
        </p:nvCxnSpPr>
        <p:spPr>
          <a:xfrm>
            <a:off x="5197499" y="2756426"/>
            <a:ext cx="16533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3" name="Google Shape;323;p23"/>
          <p:cNvSpPr txBox="1"/>
          <p:nvPr/>
        </p:nvSpPr>
        <p:spPr>
          <a:xfrm>
            <a:off x="5544225" y="2406775"/>
            <a:ext cx="1562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image vector</a:t>
            </a: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24" name="Google Shape;324;p23"/>
          <p:cNvSpPr txBox="1"/>
          <p:nvPr/>
        </p:nvSpPr>
        <p:spPr>
          <a:xfrm>
            <a:off x="6314100" y="3648375"/>
            <a:ext cx="2233200" cy="14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sends the ids of the 10 nearest neighbours (most similar images)</a:t>
            </a: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325" name="Google Shape;325;p23"/>
          <p:cNvSpPr txBox="1"/>
          <p:nvPr/>
        </p:nvSpPr>
        <p:spPr>
          <a:xfrm>
            <a:off x="2087837" y="2903075"/>
            <a:ext cx="1719300" cy="14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outputs the 10 most similar clothes</a:t>
            </a: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4"/>
          <p:cNvSpPr txBox="1">
            <a:spLocks noGrp="1"/>
          </p:cNvSpPr>
          <p:nvPr>
            <p:ph type="ctrTitle" idx="15"/>
          </p:nvPr>
        </p:nvSpPr>
        <p:spPr>
          <a:xfrm rot="-5400000">
            <a:off x="-556617" y="825975"/>
            <a:ext cx="22773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IMPROVEMENTS</a:t>
            </a:r>
            <a:endParaRPr/>
          </a:p>
        </p:txBody>
      </p:sp>
      <p:sp>
        <p:nvSpPr>
          <p:cNvPr id="331" name="Google Shape;331;p24"/>
          <p:cNvSpPr/>
          <p:nvPr/>
        </p:nvSpPr>
        <p:spPr>
          <a:xfrm rot="10800000" flipH="1">
            <a:off x="5289975" y="2753125"/>
            <a:ext cx="1019100" cy="1845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4"/>
          <p:cNvSpPr/>
          <p:nvPr/>
        </p:nvSpPr>
        <p:spPr>
          <a:xfrm rot="10800000" flipH="1">
            <a:off x="1781175" y="533325"/>
            <a:ext cx="1019100" cy="1838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4"/>
          <p:cNvSpPr/>
          <p:nvPr/>
        </p:nvSpPr>
        <p:spPr>
          <a:xfrm rot="10800000" flipH="1">
            <a:off x="1781175" y="2753125"/>
            <a:ext cx="1019100" cy="1845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4"/>
          <p:cNvSpPr txBox="1">
            <a:spLocks noGrp="1"/>
          </p:cNvSpPr>
          <p:nvPr>
            <p:ph type="title" idx="5"/>
          </p:nvPr>
        </p:nvSpPr>
        <p:spPr>
          <a:xfrm>
            <a:off x="1790450" y="2921952"/>
            <a:ext cx="1019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02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5" name="Google Shape;335;p24"/>
          <p:cNvSpPr/>
          <p:nvPr/>
        </p:nvSpPr>
        <p:spPr>
          <a:xfrm rot="10800000" flipH="1">
            <a:off x="5289975" y="533325"/>
            <a:ext cx="1019100" cy="1838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4"/>
          <p:cNvSpPr txBox="1">
            <a:spLocks noGrp="1"/>
          </p:cNvSpPr>
          <p:nvPr>
            <p:ph type="title" idx="8"/>
          </p:nvPr>
        </p:nvSpPr>
        <p:spPr>
          <a:xfrm>
            <a:off x="5289405" y="2921952"/>
            <a:ext cx="1018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>
                <a:solidFill>
                  <a:schemeClr val="lt1"/>
                </a:solidFill>
              </a:rPr>
              <a:t>0</a:t>
            </a:r>
            <a:r>
              <a:rPr lang="es">
                <a:solidFill>
                  <a:schemeClr val="lt1"/>
                </a:solidFill>
              </a:rPr>
              <a:t>4</a:t>
            </a:r>
            <a:endParaRPr sz="4800">
              <a:solidFill>
                <a:schemeClr val="lt1"/>
              </a:solidFill>
            </a:endParaRPr>
          </a:p>
        </p:txBody>
      </p:sp>
      <p:sp>
        <p:nvSpPr>
          <p:cNvPr id="337" name="Google Shape;337;p24"/>
          <p:cNvSpPr txBox="1">
            <a:spLocks noGrp="1"/>
          </p:cNvSpPr>
          <p:nvPr>
            <p:ph type="title" idx="14"/>
          </p:nvPr>
        </p:nvSpPr>
        <p:spPr>
          <a:xfrm>
            <a:off x="5289869" y="717625"/>
            <a:ext cx="1018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 dirty="0">
                <a:solidFill>
                  <a:schemeClr val="lt1"/>
                </a:solidFill>
              </a:rPr>
              <a:t>0</a:t>
            </a:r>
            <a:r>
              <a:rPr lang="es" dirty="0">
                <a:solidFill>
                  <a:schemeClr val="lt1"/>
                </a:solidFill>
              </a:rPr>
              <a:t>3</a:t>
            </a:r>
            <a:endParaRPr sz="4800" dirty="0">
              <a:solidFill>
                <a:schemeClr val="lt1"/>
              </a:solidFill>
            </a:endParaRPr>
          </a:p>
        </p:txBody>
      </p:sp>
      <p:sp>
        <p:nvSpPr>
          <p:cNvPr id="338" name="Google Shape;338;p24"/>
          <p:cNvSpPr txBox="1">
            <a:spLocks noGrp="1"/>
          </p:cNvSpPr>
          <p:nvPr>
            <p:ph type="subTitle" idx="1"/>
          </p:nvPr>
        </p:nvSpPr>
        <p:spPr>
          <a:xfrm>
            <a:off x="2898650" y="925425"/>
            <a:ext cx="1978500" cy="10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Combine user data to improve recommendations</a:t>
            </a:r>
            <a:endParaRPr sz="2000"/>
          </a:p>
        </p:txBody>
      </p:sp>
      <p:sp>
        <p:nvSpPr>
          <p:cNvPr id="339" name="Google Shape;339;p24"/>
          <p:cNvSpPr txBox="1">
            <a:spLocks noGrp="1"/>
          </p:cNvSpPr>
          <p:nvPr>
            <p:ph type="title" idx="2"/>
          </p:nvPr>
        </p:nvSpPr>
        <p:spPr>
          <a:xfrm>
            <a:off x="1790450" y="717625"/>
            <a:ext cx="1019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</a:rPr>
              <a:t>01</a:t>
            </a:r>
            <a:endParaRPr dirty="0">
              <a:solidFill>
                <a:schemeClr val="lt1"/>
              </a:solidFill>
            </a:endParaRPr>
          </a:p>
        </p:txBody>
      </p:sp>
      <p:cxnSp>
        <p:nvCxnSpPr>
          <p:cNvPr id="340" name="Google Shape;340;p24"/>
          <p:cNvCxnSpPr/>
          <p:nvPr/>
        </p:nvCxnSpPr>
        <p:spPr>
          <a:xfrm>
            <a:off x="872168" y="0"/>
            <a:ext cx="0" cy="213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41" name="Google Shape;3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5200" y="16764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4"/>
          <p:cNvSpPr txBox="1">
            <a:spLocks noGrp="1"/>
          </p:cNvSpPr>
          <p:nvPr>
            <p:ph type="subTitle" idx="1"/>
          </p:nvPr>
        </p:nvSpPr>
        <p:spPr>
          <a:xfrm>
            <a:off x="2898650" y="3007125"/>
            <a:ext cx="1978500" cy="13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Style transfer capabilities to recommend matching outfits</a:t>
            </a:r>
            <a:endParaRPr sz="2000"/>
          </a:p>
        </p:txBody>
      </p:sp>
      <p:sp>
        <p:nvSpPr>
          <p:cNvPr id="343" name="Google Shape;343;p24"/>
          <p:cNvSpPr txBox="1">
            <a:spLocks noGrp="1"/>
          </p:cNvSpPr>
          <p:nvPr>
            <p:ph type="subTitle" idx="1"/>
          </p:nvPr>
        </p:nvSpPr>
        <p:spPr>
          <a:xfrm>
            <a:off x="6327650" y="638925"/>
            <a:ext cx="1978500" cy="16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dirty="0"/>
              <a:t>Reinforcement learning to improve the model based on user clicks</a:t>
            </a:r>
            <a:endParaRPr sz="2000" dirty="0"/>
          </a:p>
        </p:txBody>
      </p:sp>
      <p:sp>
        <p:nvSpPr>
          <p:cNvPr id="344" name="Google Shape;344;p24"/>
          <p:cNvSpPr txBox="1">
            <a:spLocks noGrp="1"/>
          </p:cNvSpPr>
          <p:nvPr>
            <p:ph type="subTitle" idx="1"/>
          </p:nvPr>
        </p:nvSpPr>
        <p:spPr>
          <a:xfrm>
            <a:off x="6327650" y="2862025"/>
            <a:ext cx="1978500" cy="16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Object detection and more diverse training data to improve model performance</a:t>
            </a:r>
            <a:endParaRPr sz="2000"/>
          </a:p>
        </p:txBody>
      </p:sp>
      <p:pic>
        <p:nvPicPr>
          <p:cNvPr id="345" name="Google Shape;34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5200" y="387663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93850" y="167640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4725" y="3876650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"/>
          <p:cNvSpPr/>
          <p:nvPr/>
        </p:nvSpPr>
        <p:spPr>
          <a:xfrm>
            <a:off x="1584800" y="1065075"/>
            <a:ext cx="7559100" cy="1446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5"/>
          <p:cNvSpPr txBox="1">
            <a:spLocks noGrp="1"/>
          </p:cNvSpPr>
          <p:nvPr>
            <p:ph type="ctrTitle"/>
          </p:nvPr>
        </p:nvSpPr>
        <p:spPr>
          <a:xfrm>
            <a:off x="3763794" y="266343"/>
            <a:ext cx="4770900" cy="116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 b="1"/>
              <a:t>THANKS!</a:t>
            </a:r>
            <a:endParaRPr sz="4800" b="1"/>
          </a:p>
        </p:txBody>
      </p:sp>
      <p:sp>
        <p:nvSpPr>
          <p:cNvPr id="354" name="Google Shape;354;p25"/>
          <p:cNvSpPr txBox="1">
            <a:spLocks noGrp="1"/>
          </p:cNvSpPr>
          <p:nvPr>
            <p:ph type="subTitle" idx="13"/>
          </p:nvPr>
        </p:nvSpPr>
        <p:spPr>
          <a:xfrm>
            <a:off x="5999526" y="1765400"/>
            <a:ext cx="2535000" cy="7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rgbClr val="FFFFFF"/>
                </a:solidFill>
              </a:rPr>
              <a:t>Does anyone have any questions?</a:t>
            </a:r>
            <a:endParaRPr sz="1200">
              <a:solidFill>
                <a:srgbClr val="FFFFFF"/>
              </a:solidFill>
            </a:endParaRPr>
          </a:p>
          <a:p>
            <a:pPr marL="0" lvl="0" indent="0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/>
          </a:p>
          <a:p>
            <a:pPr marL="0" lvl="0" indent="0" algn="r" rtl="0">
              <a:spcBef>
                <a:spcPts val="1600"/>
              </a:spcBef>
              <a:spcAft>
                <a:spcPts val="1600"/>
              </a:spcAft>
              <a:buNone/>
            </a:pPr>
            <a:endParaRPr sz="1200"/>
          </a:p>
        </p:txBody>
      </p:sp>
      <p:grpSp>
        <p:nvGrpSpPr>
          <p:cNvPr id="355" name="Google Shape;355;p25"/>
          <p:cNvGrpSpPr/>
          <p:nvPr/>
        </p:nvGrpSpPr>
        <p:grpSpPr>
          <a:xfrm flipH="1">
            <a:off x="800209" y="647781"/>
            <a:ext cx="1305382" cy="4103369"/>
            <a:chOff x="9545150" y="1164438"/>
            <a:chExt cx="221300" cy="695675"/>
          </a:xfrm>
        </p:grpSpPr>
        <p:sp>
          <p:nvSpPr>
            <p:cNvPr id="356" name="Google Shape;356;p25"/>
            <p:cNvSpPr/>
            <p:nvPr/>
          </p:nvSpPr>
          <p:spPr>
            <a:xfrm>
              <a:off x="9605525" y="1188338"/>
              <a:ext cx="23100" cy="34300"/>
            </a:xfrm>
            <a:custGeom>
              <a:avLst/>
              <a:gdLst/>
              <a:ahLst/>
              <a:cxnLst/>
              <a:rect l="l" t="t" r="r" b="b"/>
              <a:pathLst>
                <a:path w="924" h="1372" extrusionOk="0">
                  <a:moveTo>
                    <a:pt x="354" y="1"/>
                  </a:moveTo>
                  <a:cubicBezTo>
                    <a:pt x="347" y="1"/>
                    <a:pt x="340" y="5"/>
                    <a:pt x="338" y="15"/>
                  </a:cubicBezTo>
                  <a:cubicBezTo>
                    <a:pt x="336" y="16"/>
                    <a:pt x="334" y="17"/>
                    <a:pt x="334" y="20"/>
                  </a:cubicBezTo>
                  <a:cubicBezTo>
                    <a:pt x="312" y="281"/>
                    <a:pt x="334" y="460"/>
                    <a:pt x="333" y="703"/>
                  </a:cubicBezTo>
                  <a:cubicBezTo>
                    <a:pt x="264" y="557"/>
                    <a:pt x="137" y="424"/>
                    <a:pt x="44" y="292"/>
                  </a:cubicBezTo>
                  <a:cubicBezTo>
                    <a:pt x="42" y="289"/>
                    <a:pt x="40" y="288"/>
                    <a:pt x="37" y="288"/>
                  </a:cubicBezTo>
                  <a:cubicBezTo>
                    <a:pt x="30" y="288"/>
                    <a:pt x="23" y="304"/>
                    <a:pt x="23" y="310"/>
                  </a:cubicBezTo>
                  <a:cubicBezTo>
                    <a:pt x="44" y="497"/>
                    <a:pt x="94" y="647"/>
                    <a:pt x="162" y="821"/>
                  </a:cubicBezTo>
                  <a:lnTo>
                    <a:pt x="160" y="821"/>
                  </a:lnTo>
                  <a:cubicBezTo>
                    <a:pt x="0" y="886"/>
                    <a:pt x="76" y="1137"/>
                    <a:pt x="132" y="1243"/>
                  </a:cubicBezTo>
                  <a:cubicBezTo>
                    <a:pt x="134" y="1246"/>
                    <a:pt x="138" y="1249"/>
                    <a:pt x="143" y="1249"/>
                  </a:cubicBezTo>
                  <a:cubicBezTo>
                    <a:pt x="291" y="1307"/>
                    <a:pt x="446" y="1347"/>
                    <a:pt x="605" y="1371"/>
                  </a:cubicBezTo>
                  <a:lnTo>
                    <a:pt x="607" y="1371"/>
                  </a:lnTo>
                  <a:cubicBezTo>
                    <a:pt x="608" y="1371"/>
                    <a:pt x="609" y="1371"/>
                    <a:pt x="611" y="1371"/>
                  </a:cubicBezTo>
                  <a:cubicBezTo>
                    <a:pt x="617" y="1371"/>
                    <a:pt x="623" y="1366"/>
                    <a:pt x="624" y="1359"/>
                  </a:cubicBezTo>
                  <a:cubicBezTo>
                    <a:pt x="665" y="1194"/>
                    <a:pt x="924" y="946"/>
                    <a:pt x="725" y="792"/>
                  </a:cubicBezTo>
                  <a:cubicBezTo>
                    <a:pt x="770" y="590"/>
                    <a:pt x="793" y="384"/>
                    <a:pt x="796" y="178"/>
                  </a:cubicBezTo>
                  <a:cubicBezTo>
                    <a:pt x="796" y="169"/>
                    <a:pt x="788" y="162"/>
                    <a:pt x="780" y="162"/>
                  </a:cubicBezTo>
                  <a:cubicBezTo>
                    <a:pt x="777" y="162"/>
                    <a:pt x="774" y="163"/>
                    <a:pt x="771" y="165"/>
                  </a:cubicBezTo>
                  <a:lnTo>
                    <a:pt x="770" y="165"/>
                  </a:lnTo>
                  <a:cubicBezTo>
                    <a:pt x="769" y="166"/>
                    <a:pt x="768" y="167"/>
                    <a:pt x="767" y="169"/>
                  </a:cubicBezTo>
                  <a:cubicBezTo>
                    <a:pt x="758" y="180"/>
                    <a:pt x="617" y="494"/>
                    <a:pt x="550" y="685"/>
                  </a:cubicBezTo>
                  <a:cubicBezTo>
                    <a:pt x="528" y="455"/>
                    <a:pt x="441" y="230"/>
                    <a:pt x="369" y="11"/>
                  </a:cubicBezTo>
                  <a:cubicBezTo>
                    <a:pt x="366" y="4"/>
                    <a:pt x="360" y="1"/>
                    <a:pt x="354" y="1"/>
                  </a:cubicBezTo>
                  <a:close/>
                </a:path>
              </a:pathLst>
            </a:custGeom>
            <a:solidFill>
              <a:srgbClr val="F1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5"/>
            <p:cNvSpPr/>
            <p:nvPr/>
          </p:nvSpPr>
          <p:spPr>
            <a:xfrm>
              <a:off x="9688325" y="1830726"/>
              <a:ext cx="64025" cy="22600"/>
            </a:xfrm>
            <a:custGeom>
              <a:avLst/>
              <a:gdLst/>
              <a:ahLst/>
              <a:cxnLst/>
              <a:rect l="l" t="t" r="r" b="b"/>
              <a:pathLst>
                <a:path w="2561" h="904" extrusionOk="0">
                  <a:moveTo>
                    <a:pt x="1307" y="1"/>
                  </a:moveTo>
                  <a:lnTo>
                    <a:pt x="0" y="596"/>
                  </a:lnTo>
                  <a:lnTo>
                    <a:pt x="0" y="731"/>
                  </a:lnTo>
                  <a:lnTo>
                    <a:pt x="1540" y="903"/>
                  </a:lnTo>
                  <a:lnTo>
                    <a:pt x="2489" y="887"/>
                  </a:lnTo>
                  <a:lnTo>
                    <a:pt x="2561" y="229"/>
                  </a:lnTo>
                  <a:lnTo>
                    <a:pt x="2427" y="1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5"/>
            <p:cNvSpPr/>
            <p:nvPr/>
          </p:nvSpPr>
          <p:spPr>
            <a:xfrm>
              <a:off x="9663125" y="1181713"/>
              <a:ext cx="5300" cy="4400"/>
            </a:xfrm>
            <a:custGeom>
              <a:avLst/>
              <a:gdLst/>
              <a:ahLst/>
              <a:cxnLst/>
              <a:rect l="l" t="t" r="r" b="b"/>
              <a:pathLst>
                <a:path w="212" h="176" extrusionOk="0">
                  <a:moveTo>
                    <a:pt x="7" y="1"/>
                  </a:moveTo>
                  <a:cubicBezTo>
                    <a:pt x="3" y="1"/>
                    <a:pt x="1" y="4"/>
                    <a:pt x="1" y="8"/>
                  </a:cubicBezTo>
                  <a:lnTo>
                    <a:pt x="1" y="168"/>
                  </a:lnTo>
                  <a:cubicBezTo>
                    <a:pt x="1" y="172"/>
                    <a:pt x="3" y="175"/>
                    <a:pt x="7" y="175"/>
                  </a:cubicBezTo>
                  <a:lnTo>
                    <a:pt x="205" y="175"/>
                  </a:lnTo>
                  <a:cubicBezTo>
                    <a:pt x="208" y="175"/>
                    <a:pt x="212" y="172"/>
                    <a:pt x="212" y="168"/>
                  </a:cubicBezTo>
                  <a:lnTo>
                    <a:pt x="212" y="8"/>
                  </a:lnTo>
                  <a:cubicBezTo>
                    <a:pt x="212" y="4"/>
                    <a:pt x="208" y="1"/>
                    <a:pt x="205" y="1"/>
                  </a:cubicBez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5"/>
            <p:cNvSpPr/>
            <p:nvPr/>
          </p:nvSpPr>
          <p:spPr>
            <a:xfrm>
              <a:off x="9636550" y="1186088"/>
              <a:ext cx="21525" cy="17650"/>
            </a:xfrm>
            <a:custGeom>
              <a:avLst/>
              <a:gdLst/>
              <a:ahLst/>
              <a:cxnLst/>
              <a:rect l="l" t="t" r="r" b="b"/>
              <a:pathLst>
                <a:path w="861" h="706" extrusionOk="0">
                  <a:moveTo>
                    <a:pt x="860" y="0"/>
                  </a:moveTo>
                  <a:lnTo>
                    <a:pt x="227" y="28"/>
                  </a:lnTo>
                  <a:cubicBezTo>
                    <a:pt x="227" y="28"/>
                    <a:pt x="1" y="303"/>
                    <a:pt x="168" y="625"/>
                  </a:cubicBezTo>
                  <a:lnTo>
                    <a:pt x="860" y="706"/>
                  </a:lnTo>
                  <a:lnTo>
                    <a:pt x="860" y="0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5"/>
            <p:cNvSpPr/>
            <p:nvPr/>
          </p:nvSpPr>
          <p:spPr>
            <a:xfrm>
              <a:off x="9649475" y="1184188"/>
              <a:ext cx="33250" cy="24650"/>
            </a:xfrm>
            <a:custGeom>
              <a:avLst/>
              <a:gdLst/>
              <a:ahLst/>
              <a:cxnLst/>
              <a:rect l="l" t="t" r="r" b="b"/>
              <a:pathLst>
                <a:path w="1330" h="986" extrusionOk="0">
                  <a:moveTo>
                    <a:pt x="1044" y="1"/>
                  </a:moveTo>
                  <a:cubicBezTo>
                    <a:pt x="1043" y="1"/>
                    <a:pt x="1043" y="1"/>
                    <a:pt x="1042" y="1"/>
                  </a:cubicBezTo>
                  <a:lnTo>
                    <a:pt x="281" y="47"/>
                  </a:lnTo>
                  <a:cubicBezTo>
                    <a:pt x="126" y="47"/>
                    <a:pt x="1" y="174"/>
                    <a:pt x="2" y="330"/>
                  </a:cubicBezTo>
                  <a:lnTo>
                    <a:pt x="4" y="706"/>
                  </a:lnTo>
                  <a:cubicBezTo>
                    <a:pt x="5" y="860"/>
                    <a:pt x="130" y="985"/>
                    <a:pt x="284" y="985"/>
                  </a:cubicBezTo>
                  <a:cubicBezTo>
                    <a:pt x="285" y="985"/>
                    <a:pt x="287" y="985"/>
                    <a:pt x="288" y="985"/>
                  </a:cubicBezTo>
                  <a:lnTo>
                    <a:pt x="1049" y="939"/>
                  </a:lnTo>
                  <a:cubicBezTo>
                    <a:pt x="1205" y="939"/>
                    <a:pt x="1330" y="812"/>
                    <a:pt x="1329" y="656"/>
                  </a:cubicBezTo>
                  <a:lnTo>
                    <a:pt x="1326" y="281"/>
                  </a:lnTo>
                  <a:cubicBezTo>
                    <a:pt x="1325" y="125"/>
                    <a:pt x="1199" y="1"/>
                    <a:pt x="1044" y="1"/>
                  </a:cubicBez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5"/>
            <p:cNvSpPr/>
            <p:nvPr/>
          </p:nvSpPr>
          <p:spPr>
            <a:xfrm>
              <a:off x="9655325" y="1187663"/>
              <a:ext cx="19625" cy="17975"/>
            </a:xfrm>
            <a:custGeom>
              <a:avLst/>
              <a:gdLst/>
              <a:ahLst/>
              <a:cxnLst/>
              <a:rect l="l" t="t" r="r" b="b"/>
              <a:pathLst>
                <a:path w="785" h="719" extrusionOk="0">
                  <a:moveTo>
                    <a:pt x="501" y="0"/>
                  </a:moveTo>
                  <a:lnTo>
                    <a:pt x="163" y="21"/>
                  </a:lnTo>
                  <a:cubicBezTo>
                    <a:pt x="163" y="21"/>
                    <a:pt x="18" y="36"/>
                    <a:pt x="9" y="180"/>
                  </a:cubicBezTo>
                  <a:cubicBezTo>
                    <a:pt x="0" y="324"/>
                    <a:pt x="9" y="570"/>
                    <a:pt x="9" y="570"/>
                  </a:cubicBezTo>
                  <a:cubicBezTo>
                    <a:pt x="9" y="570"/>
                    <a:pt x="27" y="699"/>
                    <a:pt x="163" y="712"/>
                  </a:cubicBezTo>
                  <a:cubicBezTo>
                    <a:pt x="208" y="717"/>
                    <a:pt x="278" y="718"/>
                    <a:pt x="352" y="718"/>
                  </a:cubicBezTo>
                  <a:cubicBezTo>
                    <a:pt x="500" y="718"/>
                    <a:pt x="662" y="712"/>
                    <a:pt x="662" y="712"/>
                  </a:cubicBezTo>
                  <a:cubicBezTo>
                    <a:pt x="662" y="712"/>
                    <a:pt x="784" y="64"/>
                    <a:pt x="501" y="0"/>
                  </a:cubicBezTo>
                  <a:close/>
                </a:path>
              </a:pathLst>
            </a:custGeom>
            <a:solidFill>
              <a:srgbClr val="2222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5"/>
            <p:cNvSpPr/>
            <p:nvPr/>
          </p:nvSpPr>
          <p:spPr>
            <a:xfrm>
              <a:off x="9671375" y="1186713"/>
              <a:ext cx="30650" cy="38425"/>
            </a:xfrm>
            <a:custGeom>
              <a:avLst/>
              <a:gdLst/>
              <a:ahLst/>
              <a:cxnLst/>
              <a:rect l="l" t="t" r="r" b="b"/>
              <a:pathLst>
                <a:path w="1226" h="1537" extrusionOk="0">
                  <a:moveTo>
                    <a:pt x="856" y="1"/>
                  </a:moveTo>
                  <a:lnTo>
                    <a:pt x="1" y="243"/>
                  </a:lnTo>
                  <a:cubicBezTo>
                    <a:pt x="1" y="243"/>
                    <a:pt x="42" y="986"/>
                    <a:pt x="9" y="1451"/>
                  </a:cubicBezTo>
                  <a:cubicBezTo>
                    <a:pt x="9" y="1451"/>
                    <a:pt x="395" y="1536"/>
                    <a:pt x="748" y="1536"/>
                  </a:cubicBezTo>
                  <a:cubicBezTo>
                    <a:pt x="939" y="1536"/>
                    <a:pt x="1120" y="1512"/>
                    <a:pt x="1225" y="1435"/>
                  </a:cubicBezTo>
                  <a:cubicBezTo>
                    <a:pt x="1225" y="1435"/>
                    <a:pt x="928" y="648"/>
                    <a:pt x="856" y="1"/>
                  </a:cubicBezTo>
                  <a:close/>
                </a:path>
              </a:pathLst>
            </a:custGeom>
            <a:solidFill>
              <a:srgbClr val="F1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5"/>
            <p:cNvSpPr/>
            <p:nvPr/>
          </p:nvSpPr>
          <p:spPr>
            <a:xfrm>
              <a:off x="9671200" y="1171638"/>
              <a:ext cx="23625" cy="28825"/>
            </a:xfrm>
            <a:custGeom>
              <a:avLst/>
              <a:gdLst/>
              <a:ahLst/>
              <a:cxnLst/>
              <a:rect l="l" t="t" r="r" b="b"/>
              <a:pathLst>
                <a:path w="945" h="1153" extrusionOk="0">
                  <a:moveTo>
                    <a:pt x="864" y="1"/>
                  </a:moveTo>
                  <a:lnTo>
                    <a:pt x="0" y="66"/>
                  </a:lnTo>
                  <a:lnTo>
                    <a:pt x="81" y="1152"/>
                  </a:lnTo>
                  <a:lnTo>
                    <a:pt x="945" y="1088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rgbClr val="F1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5"/>
            <p:cNvSpPr/>
            <p:nvPr/>
          </p:nvSpPr>
          <p:spPr>
            <a:xfrm>
              <a:off x="9665000" y="1173113"/>
              <a:ext cx="26500" cy="35200"/>
            </a:xfrm>
            <a:custGeom>
              <a:avLst/>
              <a:gdLst/>
              <a:ahLst/>
              <a:cxnLst/>
              <a:rect l="l" t="t" r="r" b="b"/>
              <a:pathLst>
                <a:path w="1060" h="1408" extrusionOk="0">
                  <a:moveTo>
                    <a:pt x="370" y="1"/>
                  </a:moveTo>
                  <a:cubicBezTo>
                    <a:pt x="333" y="1"/>
                    <a:pt x="294" y="3"/>
                    <a:pt x="254" y="8"/>
                  </a:cubicBezTo>
                  <a:cubicBezTo>
                    <a:pt x="254" y="8"/>
                    <a:pt x="1" y="800"/>
                    <a:pt x="117" y="1203"/>
                  </a:cubicBezTo>
                  <a:cubicBezTo>
                    <a:pt x="157" y="1345"/>
                    <a:pt x="276" y="1407"/>
                    <a:pt x="412" y="1407"/>
                  </a:cubicBezTo>
                  <a:cubicBezTo>
                    <a:pt x="612" y="1407"/>
                    <a:pt x="851" y="1272"/>
                    <a:pt x="931" y="1058"/>
                  </a:cubicBezTo>
                  <a:cubicBezTo>
                    <a:pt x="1060" y="721"/>
                    <a:pt x="1027" y="1"/>
                    <a:pt x="370" y="1"/>
                  </a:cubicBezTo>
                  <a:close/>
                </a:path>
              </a:pathLst>
            </a:custGeom>
            <a:solidFill>
              <a:srgbClr val="F1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5"/>
            <p:cNvSpPr/>
            <p:nvPr/>
          </p:nvSpPr>
          <p:spPr>
            <a:xfrm>
              <a:off x="9662125" y="1398088"/>
              <a:ext cx="104325" cy="433225"/>
            </a:xfrm>
            <a:custGeom>
              <a:avLst/>
              <a:gdLst/>
              <a:ahLst/>
              <a:cxnLst/>
              <a:rect l="l" t="t" r="r" b="b"/>
              <a:pathLst>
                <a:path w="4173" h="17329" extrusionOk="0">
                  <a:moveTo>
                    <a:pt x="3798" y="0"/>
                  </a:moveTo>
                  <a:lnTo>
                    <a:pt x="102" y="162"/>
                  </a:lnTo>
                  <a:cubicBezTo>
                    <a:pt x="102" y="162"/>
                    <a:pt x="0" y="1902"/>
                    <a:pt x="516" y="6851"/>
                  </a:cubicBezTo>
                  <a:cubicBezTo>
                    <a:pt x="1031" y="11801"/>
                    <a:pt x="2355" y="17329"/>
                    <a:pt x="2355" y="17329"/>
                  </a:cubicBezTo>
                  <a:lnTo>
                    <a:pt x="3475" y="17329"/>
                  </a:lnTo>
                  <a:cubicBezTo>
                    <a:pt x="3475" y="17329"/>
                    <a:pt x="3607" y="11582"/>
                    <a:pt x="3601" y="8857"/>
                  </a:cubicBezTo>
                  <a:cubicBezTo>
                    <a:pt x="3598" y="7365"/>
                    <a:pt x="3635" y="5487"/>
                    <a:pt x="3677" y="3846"/>
                  </a:cubicBezTo>
                  <a:cubicBezTo>
                    <a:pt x="4173" y="1657"/>
                    <a:pt x="3798" y="0"/>
                    <a:pt x="3798" y="0"/>
                  </a:cubicBezTo>
                  <a:close/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5"/>
            <p:cNvSpPr/>
            <p:nvPr/>
          </p:nvSpPr>
          <p:spPr>
            <a:xfrm>
              <a:off x="9616450" y="1399088"/>
              <a:ext cx="123750" cy="437925"/>
            </a:xfrm>
            <a:custGeom>
              <a:avLst/>
              <a:gdLst/>
              <a:ahLst/>
              <a:cxnLst/>
              <a:rect l="l" t="t" r="r" b="b"/>
              <a:pathLst>
                <a:path w="4950" h="17517" extrusionOk="0">
                  <a:moveTo>
                    <a:pt x="262" y="1"/>
                  </a:moveTo>
                  <a:cubicBezTo>
                    <a:pt x="262" y="1"/>
                    <a:pt x="0" y="9250"/>
                    <a:pt x="1699" y="17517"/>
                  </a:cubicBezTo>
                  <a:lnTo>
                    <a:pt x="2985" y="17517"/>
                  </a:lnTo>
                  <a:cubicBezTo>
                    <a:pt x="2985" y="17517"/>
                    <a:pt x="3339" y="9207"/>
                    <a:pt x="3970" y="3935"/>
                  </a:cubicBezTo>
                  <a:cubicBezTo>
                    <a:pt x="4949" y="1905"/>
                    <a:pt x="4588" y="391"/>
                    <a:pt x="4588" y="391"/>
                  </a:cubicBezTo>
                  <a:lnTo>
                    <a:pt x="262" y="1"/>
                  </a:lnTo>
                  <a:close/>
                </a:path>
              </a:pathLst>
            </a:custGeom>
            <a:solidFill>
              <a:srgbClr val="4848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5"/>
            <p:cNvSpPr/>
            <p:nvPr/>
          </p:nvSpPr>
          <p:spPr>
            <a:xfrm>
              <a:off x="9614750" y="1219563"/>
              <a:ext cx="146600" cy="192575"/>
            </a:xfrm>
            <a:custGeom>
              <a:avLst/>
              <a:gdLst/>
              <a:ahLst/>
              <a:cxnLst/>
              <a:rect l="l" t="t" r="r" b="b"/>
              <a:pathLst>
                <a:path w="5864" h="7703" extrusionOk="0">
                  <a:moveTo>
                    <a:pt x="3988" y="0"/>
                  </a:moveTo>
                  <a:lnTo>
                    <a:pt x="1757" y="154"/>
                  </a:lnTo>
                  <a:cubicBezTo>
                    <a:pt x="1757" y="154"/>
                    <a:pt x="1242" y="154"/>
                    <a:pt x="957" y="787"/>
                  </a:cubicBezTo>
                  <a:cubicBezTo>
                    <a:pt x="675" y="1411"/>
                    <a:pt x="1" y="6171"/>
                    <a:pt x="1" y="6557"/>
                  </a:cubicBezTo>
                  <a:cubicBezTo>
                    <a:pt x="1" y="6756"/>
                    <a:pt x="86" y="6972"/>
                    <a:pt x="273" y="7134"/>
                  </a:cubicBezTo>
                  <a:cubicBezTo>
                    <a:pt x="290" y="7150"/>
                    <a:pt x="308" y="7165"/>
                    <a:pt x="327" y="7178"/>
                  </a:cubicBezTo>
                  <a:lnTo>
                    <a:pt x="330" y="7182"/>
                  </a:lnTo>
                  <a:cubicBezTo>
                    <a:pt x="506" y="7311"/>
                    <a:pt x="1124" y="7665"/>
                    <a:pt x="2628" y="7698"/>
                  </a:cubicBezTo>
                  <a:cubicBezTo>
                    <a:pt x="2748" y="7701"/>
                    <a:pt x="2865" y="7702"/>
                    <a:pt x="2978" y="7702"/>
                  </a:cubicBezTo>
                  <a:cubicBezTo>
                    <a:pt x="4305" y="7702"/>
                    <a:pt x="5096" y="7525"/>
                    <a:pt x="5496" y="7290"/>
                  </a:cubicBezTo>
                  <a:cubicBezTo>
                    <a:pt x="5569" y="7251"/>
                    <a:pt x="5635" y="7202"/>
                    <a:pt x="5693" y="7141"/>
                  </a:cubicBezTo>
                  <a:cubicBezTo>
                    <a:pt x="5695" y="7139"/>
                    <a:pt x="5698" y="7137"/>
                    <a:pt x="5700" y="7134"/>
                  </a:cubicBezTo>
                  <a:lnTo>
                    <a:pt x="5699" y="7134"/>
                  </a:lnTo>
                  <a:cubicBezTo>
                    <a:pt x="5796" y="7026"/>
                    <a:pt x="5863" y="6875"/>
                    <a:pt x="5845" y="6663"/>
                  </a:cubicBezTo>
                  <a:cubicBezTo>
                    <a:pt x="5791" y="6012"/>
                    <a:pt x="5426" y="883"/>
                    <a:pt x="5426" y="883"/>
                  </a:cubicBezTo>
                  <a:cubicBezTo>
                    <a:pt x="5426" y="883"/>
                    <a:pt x="5325" y="59"/>
                    <a:pt x="4648" y="59"/>
                  </a:cubicBezTo>
                  <a:lnTo>
                    <a:pt x="3988" y="0"/>
                  </a:lnTo>
                  <a:close/>
                </a:path>
              </a:pathLst>
            </a:custGeom>
            <a:solidFill>
              <a:srgbClr val="BF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5"/>
            <p:cNvSpPr/>
            <p:nvPr/>
          </p:nvSpPr>
          <p:spPr>
            <a:xfrm>
              <a:off x="9545150" y="1217538"/>
              <a:ext cx="113525" cy="147925"/>
            </a:xfrm>
            <a:custGeom>
              <a:avLst/>
              <a:gdLst/>
              <a:ahLst/>
              <a:cxnLst/>
              <a:rect l="l" t="t" r="r" b="b"/>
              <a:pathLst>
                <a:path w="4541" h="5917" extrusionOk="0">
                  <a:moveTo>
                    <a:pt x="2467" y="0"/>
                  </a:moveTo>
                  <a:cubicBezTo>
                    <a:pt x="2467" y="0"/>
                    <a:pt x="0" y="5916"/>
                    <a:pt x="1871" y="5916"/>
                  </a:cubicBezTo>
                  <a:cubicBezTo>
                    <a:pt x="1923" y="5916"/>
                    <a:pt x="1979" y="5912"/>
                    <a:pt x="2039" y="5902"/>
                  </a:cubicBezTo>
                  <a:cubicBezTo>
                    <a:pt x="4354" y="5527"/>
                    <a:pt x="4541" y="237"/>
                    <a:pt x="4541" y="237"/>
                  </a:cubicBezTo>
                  <a:cubicBezTo>
                    <a:pt x="4540" y="237"/>
                    <a:pt x="4540" y="237"/>
                    <a:pt x="4539" y="237"/>
                  </a:cubicBezTo>
                  <a:cubicBezTo>
                    <a:pt x="3325" y="237"/>
                    <a:pt x="2552" y="2959"/>
                    <a:pt x="2552" y="2959"/>
                  </a:cubicBezTo>
                  <a:cubicBezTo>
                    <a:pt x="2856" y="1182"/>
                    <a:pt x="3105" y="187"/>
                    <a:pt x="3105" y="187"/>
                  </a:cubicBezTo>
                  <a:lnTo>
                    <a:pt x="2467" y="0"/>
                  </a:lnTo>
                  <a:close/>
                </a:path>
              </a:pathLst>
            </a:custGeom>
            <a:solidFill>
              <a:srgbClr val="BF76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5"/>
            <p:cNvSpPr/>
            <p:nvPr/>
          </p:nvSpPr>
          <p:spPr>
            <a:xfrm>
              <a:off x="9616675" y="1312363"/>
              <a:ext cx="26050" cy="53075"/>
            </a:xfrm>
            <a:custGeom>
              <a:avLst/>
              <a:gdLst/>
              <a:ahLst/>
              <a:cxnLst/>
              <a:rect l="l" t="t" r="r" b="b"/>
              <a:pathLst>
                <a:path w="1042" h="2123" extrusionOk="0">
                  <a:moveTo>
                    <a:pt x="1042" y="0"/>
                  </a:moveTo>
                  <a:lnTo>
                    <a:pt x="1042" y="0"/>
                  </a:lnTo>
                  <a:cubicBezTo>
                    <a:pt x="740" y="1063"/>
                    <a:pt x="62" y="1661"/>
                    <a:pt x="62" y="1661"/>
                  </a:cubicBezTo>
                  <a:lnTo>
                    <a:pt x="0" y="2123"/>
                  </a:lnTo>
                  <a:cubicBezTo>
                    <a:pt x="955" y="1613"/>
                    <a:pt x="1042" y="1"/>
                    <a:pt x="1042" y="0"/>
                  </a:cubicBez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5"/>
            <p:cNvSpPr/>
            <p:nvPr/>
          </p:nvSpPr>
          <p:spPr>
            <a:xfrm>
              <a:off x="9604225" y="1287063"/>
              <a:ext cx="5500" cy="11225"/>
            </a:xfrm>
            <a:custGeom>
              <a:avLst/>
              <a:gdLst/>
              <a:ahLst/>
              <a:cxnLst/>
              <a:rect l="l" t="t" r="r" b="b"/>
              <a:pathLst>
                <a:path w="220" h="449" extrusionOk="0">
                  <a:moveTo>
                    <a:pt x="220" y="0"/>
                  </a:moveTo>
                  <a:lnTo>
                    <a:pt x="220" y="0"/>
                  </a:lnTo>
                  <a:cubicBezTo>
                    <a:pt x="21" y="88"/>
                    <a:pt x="1" y="448"/>
                    <a:pt x="1" y="448"/>
                  </a:cubicBezTo>
                  <a:cubicBezTo>
                    <a:pt x="102" y="420"/>
                    <a:pt x="189" y="178"/>
                    <a:pt x="189" y="178"/>
                  </a:cubicBezTo>
                  <a:lnTo>
                    <a:pt x="220" y="0"/>
                  </a:ln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5"/>
            <p:cNvSpPr/>
            <p:nvPr/>
          </p:nvSpPr>
          <p:spPr>
            <a:xfrm>
              <a:off x="9697375" y="1561838"/>
              <a:ext cx="14800" cy="182375"/>
            </a:xfrm>
            <a:custGeom>
              <a:avLst/>
              <a:gdLst/>
              <a:ahLst/>
              <a:cxnLst/>
              <a:rect l="l" t="t" r="r" b="b"/>
              <a:pathLst>
                <a:path w="592" h="7295" extrusionOk="0">
                  <a:moveTo>
                    <a:pt x="465" y="0"/>
                  </a:moveTo>
                  <a:lnTo>
                    <a:pt x="465" y="0"/>
                  </a:lnTo>
                  <a:cubicBezTo>
                    <a:pt x="338" y="1301"/>
                    <a:pt x="0" y="6260"/>
                    <a:pt x="0" y="6260"/>
                  </a:cubicBezTo>
                  <a:lnTo>
                    <a:pt x="198" y="7295"/>
                  </a:lnTo>
                  <a:cubicBezTo>
                    <a:pt x="591" y="5039"/>
                    <a:pt x="465" y="1"/>
                    <a:pt x="465" y="0"/>
                  </a:cubicBez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5"/>
            <p:cNvSpPr/>
            <p:nvPr/>
          </p:nvSpPr>
          <p:spPr>
            <a:xfrm>
              <a:off x="9715675" y="1407488"/>
              <a:ext cx="27850" cy="90000"/>
            </a:xfrm>
            <a:custGeom>
              <a:avLst/>
              <a:gdLst/>
              <a:ahLst/>
              <a:cxnLst/>
              <a:rect l="l" t="t" r="r" b="b"/>
              <a:pathLst>
                <a:path w="1114" h="3600" extrusionOk="0">
                  <a:moveTo>
                    <a:pt x="860" y="1"/>
                  </a:moveTo>
                  <a:lnTo>
                    <a:pt x="619" y="55"/>
                  </a:lnTo>
                  <a:cubicBezTo>
                    <a:pt x="619" y="55"/>
                    <a:pt x="1035" y="1813"/>
                    <a:pt x="1" y="3599"/>
                  </a:cubicBezTo>
                  <a:cubicBezTo>
                    <a:pt x="1" y="3599"/>
                    <a:pt x="1114" y="2535"/>
                    <a:pt x="860" y="1"/>
                  </a:cubicBez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5"/>
            <p:cNvSpPr/>
            <p:nvPr/>
          </p:nvSpPr>
          <p:spPr>
            <a:xfrm>
              <a:off x="9661225" y="1173288"/>
              <a:ext cx="16650" cy="49250"/>
            </a:xfrm>
            <a:custGeom>
              <a:avLst/>
              <a:gdLst/>
              <a:ahLst/>
              <a:cxnLst/>
              <a:rect l="l" t="t" r="r" b="b"/>
              <a:pathLst>
                <a:path w="666" h="1970" extrusionOk="0">
                  <a:moveTo>
                    <a:pt x="405" y="1"/>
                  </a:moveTo>
                  <a:cubicBezTo>
                    <a:pt x="405" y="1"/>
                    <a:pt x="0" y="1231"/>
                    <a:pt x="427" y="1375"/>
                  </a:cubicBezTo>
                  <a:lnTo>
                    <a:pt x="416" y="1969"/>
                  </a:lnTo>
                  <a:lnTo>
                    <a:pt x="416" y="1969"/>
                  </a:lnTo>
                  <a:lnTo>
                    <a:pt x="516" y="1963"/>
                  </a:lnTo>
                  <a:lnTo>
                    <a:pt x="665" y="1233"/>
                  </a:lnTo>
                  <a:cubicBezTo>
                    <a:pt x="665" y="1233"/>
                    <a:pt x="260" y="873"/>
                    <a:pt x="405" y="1"/>
                  </a:cubicBezTo>
                  <a:close/>
                </a:path>
              </a:pathLst>
            </a:custGeom>
            <a:solidFill>
              <a:srgbClr val="E2AA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5"/>
            <p:cNvSpPr/>
            <p:nvPr/>
          </p:nvSpPr>
          <p:spPr>
            <a:xfrm>
              <a:off x="9667175" y="1164438"/>
              <a:ext cx="32325" cy="37475"/>
            </a:xfrm>
            <a:custGeom>
              <a:avLst/>
              <a:gdLst/>
              <a:ahLst/>
              <a:cxnLst/>
              <a:rect l="l" t="t" r="r" b="b"/>
              <a:pathLst>
                <a:path w="1293" h="1499" extrusionOk="0">
                  <a:moveTo>
                    <a:pt x="927" y="1"/>
                  </a:moveTo>
                  <a:cubicBezTo>
                    <a:pt x="696" y="1"/>
                    <a:pt x="261" y="208"/>
                    <a:pt x="135" y="276"/>
                  </a:cubicBezTo>
                  <a:cubicBezTo>
                    <a:pt x="0" y="350"/>
                    <a:pt x="135" y="466"/>
                    <a:pt x="135" y="466"/>
                  </a:cubicBezTo>
                  <a:cubicBezTo>
                    <a:pt x="135" y="466"/>
                    <a:pt x="189" y="547"/>
                    <a:pt x="209" y="866"/>
                  </a:cubicBezTo>
                  <a:cubicBezTo>
                    <a:pt x="230" y="1186"/>
                    <a:pt x="535" y="1481"/>
                    <a:pt x="535" y="1481"/>
                  </a:cubicBezTo>
                  <a:cubicBezTo>
                    <a:pt x="599" y="1494"/>
                    <a:pt x="675" y="1498"/>
                    <a:pt x="750" y="1498"/>
                  </a:cubicBezTo>
                  <a:cubicBezTo>
                    <a:pt x="940" y="1498"/>
                    <a:pt x="1131" y="1469"/>
                    <a:pt x="1131" y="1469"/>
                  </a:cubicBezTo>
                  <a:cubicBezTo>
                    <a:pt x="1238" y="1386"/>
                    <a:pt x="1279" y="1068"/>
                    <a:pt x="1286" y="593"/>
                  </a:cubicBezTo>
                  <a:cubicBezTo>
                    <a:pt x="1292" y="119"/>
                    <a:pt x="1191" y="46"/>
                    <a:pt x="981" y="6"/>
                  </a:cubicBezTo>
                  <a:cubicBezTo>
                    <a:pt x="965" y="2"/>
                    <a:pt x="947" y="1"/>
                    <a:pt x="927" y="1"/>
                  </a:cubicBez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5"/>
            <p:cNvSpPr/>
            <p:nvPr/>
          </p:nvSpPr>
          <p:spPr>
            <a:xfrm>
              <a:off x="9672025" y="1180388"/>
              <a:ext cx="8725" cy="8400"/>
            </a:xfrm>
            <a:custGeom>
              <a:avLst/>
              <a:gdLst/>
              <a:ahLst/>
              <a:cxnLst/>
              <a:rect l="l" t="t" r="r" b="b"/>
              <a:pathLst>
                <a:path w="349" h="336" extrusionOk="0">
                  <a:moveTo>
                    <a:pt x="183" y="1"/>
                  </a:moveTo>
                  <a:cubicBezTo>
                    <a:pt x="125" y="1"/>
                    <a:pt x="75" y="42"/>
                    <a:pt x="75" y="42"/>
                  </a:cubicBezTo>
                  <a:cubicBezTo>
                    <a:pt x="18" y="127"/>
                    <a:pt x="1" y="235"/>
                    <a:pt x="30" y="334"/>
                  </a:cubicBezTo>
                  <a:cubicBezTo>
                    <a:pt x="43" y="335"/>
                    <a:pt x="55" y="335"/>
                    <a:pt x="67" y="335"/>
                  </a:cubicBezTo>
                  <a:cubicBezTo>
                    <a:pt x="291" y="335"/>
                    <a:pt x="349" y="135"/>
                    <a:pt x="280" y="51"/>
                  </a:cubicBezTo>
                  <a:cubicBezTo>
                    <a:pt x="250" y="13"/>
                    <a:pt x="215" y="1"/>
                    <a:pt x="183" y="1"/>
                  </a:cubicBezTo>
                  <a:close/>
                </a:path>
              </a:pathLst>
            </a:custGeom>
            <a:solidFill>
              <a:srgbClr val="F1D5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5"/>
            <p:cNvSpPr/>
            <p:nvPr/>
          </p:nvSpPr>
          <p:spPr>
            <a:xfrm>
              <a:off x="9615150" y="1836988"/>
              <a:ext cx="80125" cy="23125"/>
            </a:xfrm>
            <a:custGeom>
              <a:avLst/>
              <a:gdLst/>
              <a:ahLst/>
              <a:cxnLst/>
              <a:rect l="l" t="t" r="r" b="b"/>
              <a:pathLst>
                <a:path w="3205" h="925" extrusionOk="0">
                  <a:moveTo>
                    <a:pt x="1751" y="1"/>
                  </a:moveTo>
                  <a:lnTo>
                    <a:pt x="1" y="718"/>
                  </a:lnTo>
                  <a:lnTo>
                    <a:pt x="1" y="853"/>
                  </a:lnTo>
                  <a:lnTo>
                    <a:pt x="3180" y="925"/>
                  </a:lnTo>
                  <a:cubicBezTo>
                    <a:pt x="3180" y="925"/>
                    <a:pt x="3205" y="248"/>
                    <a:pt x="3178" y="230"/>
                  </a:cubicBezTo>
                  <a:cubicBezTo>
                    <a:pt x="3151" y="212"/>
                    <a:pt x="3037" y="1"/>
                    <a:pt x="3037" y="1"/>
                  </a:cubicBezTo>
                  <a:close/>
                </a:path>
              </a:pathLst>
            </a:custGeom>
            <a:solidFill>
              <a:srgbClr val="1B1B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77" name="Google Shape;377;p25"/>
          <p:cNvCxnSpPr/>
          <p:nvPr/>
        </p:nvCxnSpPr>
        <p:spPr>
          <a:xfrm>
            <a:off x="5525550" y="1383525"/>
            <a:ext cx="3686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Journalist Resum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05543"/>
      </a:accent1>
      <a:accent2>
        <a:srgbClr val="E2A0A1"/>
      </a:accent2>
      <a:accent3>
        <a:srgbClr val="6BB9C3"/>
      </a:accent3>
      <a:accent4>
        <a:srgbClr val="A9C5C8"/>
      </a:accent4>
      <a:accent5>
        <a:srgbClr val="0097A7"/>
      </a:accent5>
      <a:accent6>
        <a:srgbClr val="990000"/>
      </a:accent6>
      <a:hlink>
        <a:srgbClr val="3ECBD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282</Words>
  <Application>Microsoft Office PowerPoint</Application>
  <PresentationFormat>On-screen Show (16:9)</PresentationFormat>
  <Paragraphs>90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Fira Sans Extra Condensed</vt:lpstr>
      <vt:lpstr>Archivo Black</vt:lpstr>
      <vt:lpstr>Fira Sans Extra Condensed Medium</vt:lpstr>
      <vt:lpstr>Roboto Condensed Light</vt:lpstr>
      <vt:lpstr>Arial</vt:lpstr>
      <vt:lpstr>Barlow Condensed</vt:lpstr>
      <vt:lpstr>Roboto Condensed</vt:lpstr>
      <vt:lpstr>Roboto Light</vt:lpstr>
      <vt:lpstr>Calibri</vt:lpstr>
      <vt:lpstr>Journalist Resume</vt:lpstr>
      <vt:lpstr>REVERSE IMAGE SEARCH</vt:lpstr>
      <vt:lpstr>THE IDEA BEHIND THE PROJECT</vt:lpstr>
      <vt:lpstr>OUR SCOPE TO THE PROBLEM</vt:lpstr>
      <vt:lpstr>DATASET</vt:lpstr>
      <vt:lpstr>CONVOLUTIONAL NEURAL NETWORK MODEL</vt:lpstr>
      <vt:lpstr>TRAINING THE MODEL</vt:lpstr>
      <vt:lpstr>MONGODB CLUSTER</vt:lpstr>
      <vt:lpstr>IMAGE REPOSITORY</vt:lpstr>
      <vt:lpstr>ORCHESTRATION</vt:lpstr>
      <vt:lpstr>IMPROVEMENTS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REVERSE IMAGE SEARCH</dc:title>
  <cp:lastModifiedBy>Anagnou, Eirini (Ανάγνου Ειρήνη)</cp:lastModifiedBy>
  <cp:revision>3</cp:revision>
  <dcterms:modified xsi:type="dcterms:W3CDTF">2019-09-15T15:29:29Z</dcterms:modified>
</cp:coreProperties>
</file>